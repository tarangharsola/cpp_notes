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7" r:id="rId10"/>
    <p:sldId id="269" r:id="rId11"/>
    <p:sldId id="270" r:id="rId12"/>
    <p:sldId id="271" r:id="rId13"/>
    <p:sldId id="272" r:id="rId14"/>
    <p:sldId id="273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3598F6-0873-4504-A814-2A91D483A727}" v="232" dt="2025-04-10T03:45:46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-748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 ganu" userId="3370986cc0838f71" providerId="LiveId" clId="{1C3598F6-0873-4504-A814-2A91D483A727}"/>
    <pc:docChg chg="undo redo custSel addSld delSld modSld">
      <pc:chgData name="deepa ganu" userId="3370986cc0838f71" providerId="LiveId" clId="{1C3598F6-0873-4504-A814-2A91D483A727}" dt="2025-04-10T03:45:46.343" v="1588" actId="1076"/>
      <pc:docMkLst>
        <pc:docMk/>
      </pc:docMkLst>
      <pc:sldChg chg="addSp delSp modSp new mod">
        <pc:chgData name="deepa ganu" userId="3370986cc0838f71" providerId="LiveId" clId="{1C3598F6-0873-4504-A814-2A91D483A727}" dt="2025-04-08T02:52:52.031" v="131" actId="22"/>
        <pc:sldMkLst>
          <pc:docMk/>
          <pc:sldMk cId="3156440575" sldId="258"/>
        </pc:sldMkLst>
        <pc:spChg chg="mod">
          <ac:chgData name="deepa ganu" userId="3370986cc0838f71" providerId="LiveId" clId="{1C3598F6-0873-4504-A814-2A91D483A727}" dt="2025-04-08T02:42:41.108" v="25" actId="20577"/>
          <ac:spMkLst>
            <pc:docMk/>
            <pc:sldMk cId="3156440575" sldId="258"/>
            <ac:spMk id="2" creationId="{7E6F2863-4219-A05D-9DF3-961DAFC743E2}"/>
          </ac:spMkLst>
        </pc:spChg>
        <pc:spChg chg="mod">
          <ac:chgData name="deepa ganu" userId="3370986cc0838f71" providerId="LiveId" clId="{1C3598F6-0873-4504-A814-2A91D483A727}" dt="2025-04-08T02:51:51.656" v="127"/>
          <ac:spMkLst>
            <pc:docMk/>
            <pc:sldMk cId="3156440575" sldId="258"/>
            <ac:spMk id="3" creationId="{88D41038-8472-69AA-A32B-3A717FBCC420}"/>
          </ac:spMkLst>
        </pc:spChg>
      </pc:sldChg>
      <pc:sldChg chg="addSp delSp modSp new del mod modClrScheme chgLayout">
        <pc:chgData name="deepa ganu" userId="3370986cc0838f71" providerId="LiveId" clId="{1C3598F6-0873-4504-A814-2A91D483A727}" dt="2025-04-08T02:51:58.871" v="128" actId="47"/>
        <pc:sldMkLst>
          <pc:docMk/>
          <pc:sldMk cId="459735680" sldId="259"/>
        </pc:sldMkLst>
      </pc:sldChg>
      <pc:sldChg chg="addSp delSp modSp new mod modClrScheme chgLayout">
        <pc:chgData name="deepa ganu" userId="3370986cc0838f71" providerId="LiveId" clId="{1C3598F6-0873-4504-A814-2A91D483A727}" dt="2025-04-08T02:57:00.148" v="347" actId="5793"/>
        <pc:sldMkLst>
          <pc:docMk/>
          <pc:sldMk cId="2138971993" sldId="259"/>
        </pc:sldMkLst>
        <pc:spChg chg="mod ord">
          <ac:chgData name="deepa ganu" userId="3370986cc0838f71" providerId="LiveId" clId="{1C3598F6-0873-4504-A814-2A91D483A727}" dt="2025-04-08T02:53:49.175" v="165" actId="700"/>
          <ac:spMkLst>
            <pc:docMk/>
            <pc:sldMk cId="2138971993" sldId="259"/>
            <ac:spMk id="2" creationId="{FC6899F7-6785-F07C-F6A4-3CECA02B3F6A}"/>
          </ac:spMkLst>
        </pc:spChg>
        <pc:spChg chg="add mod ord">
          <ac:chgData name="deepa ganu" userId="3370986cc0838f71" providerId="LiveId" clId="{1C3598F6-0873-4504-A814-2A91D483A727}" dt="2025-04-08T02:57:00.148" v="347" actId="5793"/>
          <ac:spMkLst>
            <pc:docMk/>
            <pc:sldMk cId="2138971993" sldId="259"/>
            <ac:spMk id="11" creationId="{6DD62E1D-93A0-08AC-974C-A03BF8CC7EB7}"/>
          </ac:spMkLst>
        </pc:spChg>
        <pc:spChg chg="add mod ord">
          <ac:chgData name="deepa ganu" userId="3370986cc0838f71" providerId="LiveId" clId="{1C3598F6-0873-4504-A814-2A91D483A727}" dt="2025-04-08T02:56:55.761" v="346" actId="20577"/>
          <ac:spMkLst>
            <pc:docMk/>
            <pc:sldMk cId="2138971993" sldId="259"/>
            <ac:spMk id="12" creationId="{7599D85B-0027-EDB9-544B-38FDB3E9C2AB}"/>
          </ac:spMkLst>
        </pc:spChg>
      </pc:sldChg>
      <pc:sldChg chg="addSp delSp modSp new mod">
        <pc:chgData name="deepa ganu" userId="3370986cc0838f71" providerId="LiveId" clId="{1C3598F6-0873-4504-A814-2A91D483A727}" dt="2025-04-08T03:22:44.731" v="425" actId="167"/>
        <pc:sldMkLst>
          <pc:docMk/>
          <pc:sldMk cId="3854008833" sldId="260"/>
        </pc:sldMkLst>
        <pc:spChg chg="mod">
          <ac:chgData name="deepa ganu" userId="3370986cc0838f71" providerId="LiveId" clId="{1C3598F6-0873-4504-A814-2A91D483A727}" dt="2025-04-08T02:58:04.501" v="356" actId="20577"/>
          <ac:spMkLst>
            <pc:docMk/>
            <pc:sldMk cId="3854008833" sldId="260"/>
            <ac:spMk id="2" creationId="{BD28E46D-D52F-0B26-B25D-692C3CABCCA7}"/>
          </ac:spMkLst>
        </pc:spChg>
        <pc:spChg chg="add mod">
          <ac:chgData name="deepa ganu" userId="3370986cc0838f71" providerId="LiveId" clId="{1C3598F6-0873-4504-A814-2A91D483A727}" dt="2025-04-08T03:20:25.926" v="408" actId="20577"/>
          <ac:spMkLst>
            <pc:docMk/>
            <pc:sldMk cId="3854008833" sldId="260"/>
            <ac:spMk id="6" creationId="{A0FD346D-B81E-ECB9-169A-6392627CEB33}"/>
          </ac:spMkLst>
        </pc:spChg>
        <pc:graphicFrameChg chg="add mod modGraphic">
          <ac:chgData name="deepa ganu" userId="3370986cc0838f71" providerId="LiveId" clId="{1C3598F6-0873-4504-A814-2A91D483A727}" dt="2025-04-08T03:21:03.067" v="415" actId="1076"/>
          <ac:graphicFrameMkLst>
            <pc:docMk/>
            <pc:sldMk cId="3854008833" sldId="260"/>
            <ac:graphicFrameMk id="9" creationId="{16056F7D-509C-DDBB-9C0E-FF69ACA986FB}"/>
          </ac:graphicFrameMkLst>
        </pc:graphicFrameChg>
        <pc:picChg chg="add mod">
          <ac:chgData name="deepa ganu" userId="3370986cc0838f71" providerId="LiveId" clId="{1C3598F6-0873-4504-A814-2A91D483A727}" dt="2025-04-08T03:22:44.731" v="425" actId="167"/>
          <ac:picMkLst>
            <pc:docMk/>
            <pc:sldMk cId="3854008833" sldId="260"/>
            <ac:picMk id="4102" creationId="{93F59C4E-D3AA-2B7B-E517-F17761C78D54}"/>
          </ac:picMkLst>
        </pc:picChg>
      </pc:sldChg>
      <pc:sldChg chg="addSp delSp modSp new del mod">
        <pc:chgData name="deepa ganu" userId="3370986cc0838f71" providerId="LiveId" clId="{1C3598F6-0873-4504-A814-2A91D483A727}" dt="2025-04-08T03:27:50.229" v="515" actId="47"/>
        <pc:sldMkLst>
          <pc:docMk/>
          <pc:sldMk cId="1298687360" sldId="261"/>
        </pc:sldMkLst>
      </pc:sldChg>
      <pc:sldChg chg="addSp delSp modSp new del">
        <pc:chgData name="deepa ganu" userId="3370986cc0838f71" providerId="LiveId" clId="{1C3598F6-0873-4504-A814-2A91D483A727}" dt="2025-04-08T03:27:45.796" v="514" actId="47"/>
        <pc:sldMkLst>
          <pc:docMk/>
          <pc:sldMk cId="3253467769" sldId="262"/>
        </pc:sldMkLst>
      </pc:sldChg>
      <pc:sldChg chg="addSp delSp modSp new mod modClrScheme chgLayout">
        <pc:chgData name="deepa ganu" userId="3370986cc0838f71" providerId="LiveId" clId="{1C3598F6-0873-4504-A814-2A91D483A727}" dt="2025-04-08T03:27:38.345" v="513" actId="20577"/>
        <pc:sldMkLst>
          <pc:docMk/>
          <pc:sldMk cId="2239286822" sldId="263"/>
        </pc:sldMkLst>
        <pc:graphicFrameChg chg="add mod modGraphic">
          <ac:chgData name="deepa ganu" userId="3370986cc0838f71" providerId="LiveId" clId="{1C3598F6-0873-4504-A814-2A91D483A727}" dt="2025-04-08T03:27:38.345" v="513" actId="20577"/>
          <ac:graphicFrameMkLst>
            <pc:docMk/>
            <pc:sldMk cId="2239286822" sldId="263"/>
            <ac:graphicFrameMk id="27" creationId="{7EF5F222-3E5A-D126-86B1-1E680C07AAC6}"/>
          </ac:graphicFrameMkLst>
        </pc:graphicFrameChg>
        <pc:graphicFrameChg chg="add mod">
          <ac:chgData name="deepa ganu" userId="3370986cc0838f71" providerId="LiveId" clId="{1C3598F6-0873-4504-A814-2A91D483A727}" dt="2025-04-08T03:26:31.746" v="446" actId="1076"/>
          <ac:graphicFrameMkLst>
            <pc:docMk/>
            <pc:sldMk cId="2239286822" sldId="263"/>
            <ac:graphicFrameMk id="29" creationId="{B9720EBE-1D27-22A6-B9C0-B2ECBBBD59E9}"/>
          </ac:graphicFrameMkLst>
        </pc:graphicFrameChg>
        <pc:picChg chg="add mod">
          <ac:chgData name="deepa ganu" userId="3370986cc0838f71" providerId="LiveId" clId="{1C3598F6-0873-4504-A814-2A91D483A727}" dt="2025-04-08T03:25:40.161" v="440"/>
          <ac:picMkLst>
            <pc:docMk/>
            <pc:sldMk cId="2239286822" sldId="263"/>
            <ac:picMk id="28" creationId="{BAA285C0-6ADA-2ECB-C523-B13D1D6E8C17}"/>
          </ac:picMkLst>
        </pc:picChg>
      </pc:sldChg>
      <pc:sldChg chg="addSp delSp modSp new mod modClrScheme chgLayout">
        <pc:chgData name="deepa ganu" userId="3370986cc0838f71" providerId="LiveId" clId="{1C3598F6-0873-4504-A814-2A91D483A727}" dt="2025-04-08T03:44:05.533" v="541" actId="14100"/>
        <pc:sldMkLst>
          <pc:docMk/>
          <pc:sldMk cId="3645655185" sldId="264"/>
        </pc:sldMkLst>
        <pc:spChg chg="add mod">
          <ac:chgData name="deepa ganu" userId="3370986cc0838f71" providerId="LiveId" clId="{1C3598F6-0873-4504-A814-2A91D483A727}" dt="2025-04-08T03:43:36.112" v="531" actId="20577"/>
          <ac:spMkLst>
            <pc:docMk/>
            <pc:sldMk cId="3645655185" sldId="264"/>
            <ac:spMk id="3" creationId="{0A8BC77C-C070-E711-DF58-2FB71396C387}"/>
          </ac:spMkLst>
        </pc:spChg>
        <pc:spChg chg="add mod">
          <ac:chgData name="deepa ganu" userId="3370986cc0838f71" providerId="LiveId" clId="{1C3598F6-0873-4504-A814-2A91D483A727}" dt="2025-04-08T03:44:05.533" v="541" actId="14100"/>
          <ac:spMkLst>
            <pc:docMk/>
            <pc:sldMk cId="3645655185" sldId="264"/>
            <ac:spMk id="5" creationId="{B1DD9382-9D10-1364-0267-09D483D335B1}"/>
          </ac:spMkLst>
        </pc:spChg>
      </pc:sldChg>
      <pc:sldChg chg="addSp modSp new mod">
        <pc:chgData name="deepa ganu" userId="3370986cc0838f71" providerId="LiveId" clId="{1C3598F6-0873-4504-A814-2A91D483A727}" dt="2025-04-08T03:46:08.555" v="568" actId="27636"/>
        <pc:sldMkLst>
          <pc:docMk/>
          <pc:sldMk cId="1701479506" sldId="265"/>
        </pc:sldMkLst>
        <pc:spChg chg="mod">
          <ac:chgData name="deepa ganu" userId="3370986cc0838f71" providerId="LiveId" clId="{1C3598F6-0873-4504-A814-2A91D483A727}" dt="2025-04-08T03:44:32.171" v="552" actId="20577"/>
          <ac:spMkLst>
            <pc:docMk/>
            <pc:sldMk cId="1701479506" sldId="265"/>
            <ac:spMk id="2" creationId="{0F22FCAC-06DE-9A59-2E1D-0F69BBB0DEF5}"/>
          </ac:spMkLst>
        </pc:spChg>
        <pc:spChg chg="mod">
          <ac:chgData name="deepa ganu" userId="3370986cc0838f71" providerId="LiveId" clId="{1C3598F6-0873-4504-A814-2A91D483A727}" dt="2025-04-08T03:46:08.555" v="568" actId="27636"/>
          <ac:spMkLst>
            <pc:docMk/>
            <pc:sldMk cId="1701479506" sldId="265"/>
            <ac:spMk id="3" creationId="{A61576F8-8B60-8D41-62A7-4ED5958DB118}"/>
          </ac:spMkLst>
        </pc:spChg>
        <pc:picChg chg="add mod">
          <ac:chgData name="deepa ganu" userId="3370986cc0838f71" providerId="LiveId" clId="{1C3598F6-0873-4504-A814-2A91D483A727}" dt="2025-04-08T03:45:38.616" v="565" actId="1076"/>
          <ac:picMkLst>
            <pc:docMk/>
            <pc:sldMk cId="1701479506" sldId="265"/>
            <ac:picMk id="9220" creationId="{44ADFD12-005E-B854-185B-680D3BF80655}"/>
          </ac:picMkLst>
        </pc:picChg>
      </pc:sldChg>
      <pc:sldChg chg="addSp delSp modSp new del mod">
        <pc:chgData name="deepa ganu" userId="3370986cc0838f71" providerId="LiveId" clId="{1C3598F6-0873-4504-A814-2A91D483A727}" dt="2025-04-10T03:07:00.885" v="955" actId="47"/>
        <pc:sldMkLst>
          <pc:docMk/>
          <pc:sldMk cId="2577861038" sldId="266"/>
        </pc:sldMkLst>
      </pc:sldChg>
      <pc:sldChg chg="addSp delSp modSp new mod">
        <pc:chgData name="deepa ganu" userId="3370986cc0838f71" providerId="LiveId" clId="{1C3598F6-0873-4504-A814-2A91D483A727}" dt="2025-04-10T01:09:44.086" v="825" actId="6549"/>
        <pc:sldMkLst>
          <pc:docMk/>
          <pc:sldMk cId="2896636124" sldId="267"/>
        </pc:sldMkLst>
        <pc:spChg chg="mod">
          <ac:chgData name="deepa ganu" userId="3370986cc0838f71" providerId="LiveId" clId="{1C3598F6-0873-4504-A814-2A91D483A727}" dt="2025-04-10T01:09:44.086" v="825" actId="6549"/>
          <ac:spMkLst>
            <pc:docMk/>
            <pc:sldMk cId="2896636124" sldId="267"/>
            <ac:spMk id="2" creationId="{75BF4936-D901-10FB-0236-52837CDD492E}"/>
          </ac:spMkLst>
        </pc:spChg>
        <pc:spChg chg="add mod">
          <ac:chgData name="deepa ganu" userId="3370986cc0838f71" providerId="LiveId" clId="{1C3598F6-0873-4504-A814-2A91D483A727}" dt="2025-04-10T00:55:09.888" v="722" actId="478"/>
          <ac:spMkLst>
            <pc:docMk/>
            <pc:sldMk cId="2896636124" sldId="267"/>
            <ac:spMk id="3" creationId="{4F729223-F13E-C339-EB10-2A996250F994}"/>
          </ac:spMkLst>
        </pc:spChg>
        <pc:spChg chg="add mod">
          <ac:chgData name="deepa ganu" userId="3370986cc0838f71" providerId="LiveId" clId="{1C3598F6-0873-4504-A814-2A91D483A727}" dt="2025-04-10T01:09:36.218" v="821" actId="21"/>
          <ac:spMkLst>
            <pc:docMk/>
            <pc:sldMk cId="2896636124" sldId="267"/>
            <ac:spMk id="5" creationId="{74B02942-2A34-9C20-0DEC-06E253C55AFB}"/>
          </ac:spMkLst>
        </pc:spChg>
        <pc:spChg chg="add mod">
          <ac:chgData name="deepa ganu" userId="3370986cc0838f71" providerId="LiveId" clId="{1C3598F6-0873-4504-A814-2A91D483A727}" dt="2025-04-10T00:56:52.863" v="739" actId="6549"/>
          <ac:spMkLst>
            <pc:docMk/>
            <pc:sldMk cId="2896636124" sldId="267"/>
            <ac:spMk id="6" creationId="{FABD1BA8-B44D-F1FB-C339-8CCF73363CA0}"/>
          </ac:spMkLst>
        </pc:spChg>
        <pc:spChg chg="add">
          <ac:chgData name="deepa ganu" userId="3370986cc0838f71" providerId="LiveId" clId="{1C3598F6-0873-4504-A814-2A91D483A727}" dt="2025-04-10T00:57:23.038" v="741"/>
          <ac:spMkLst>
            <pc:docMk/>
            <pc:sldMk cId="2896636124" sldId="267"/>
            <ac:spMk id="7" creationId="{60360847-92B1-6CDE-8D3D-CE0AC5DB2CB7}"/>
          </ac:spMkLst>
        </pc:spChg>
        <pc:spChg chg="add del">
          <ac:chgData name="deepa ganu" userId="3370986cc0838f71" providerId="LiveId" clId="{1C3598F6-0873-4504-A814-2A91D483A727}" dt="2025-04-10T00:59:08.483" v="754" actId="22"/>
          <ac:spMkLst>
            <pc:docMk/>
            <pc:sldMk cId="2896636124" sldId="267"/>
            <ac:spMk id="9" creationId="{6D9D9183-642C-21B5-C473-89A98745BDF8}"/>
          </ac:spMkLst>
        </pc:spChg>
        <pc:picChg chg="add mod">
          <ac:chgData name="deepa ganu" userId="3370986cc0838f71" providerId="LiveId" clId="{1C3598F6-0873-4504-A814-2A91D483A727}" dt="2025-04-10T00:55:49.959" v="730" actId="1076"/>
          <ac:picMkLst>
            <pc:docMk/>
            <pc:sldMk cId="2896636124" sldId="267"/>
            <ac:picMk id="1026" creationId="{B78395F5-6BA5-4506-9023-D8C5842DB8BF}"/>
          </ac:picMkLst>
        </pc:picChg>
        <pc:picChg chg="add del mod">
          <ac:chgData name="deepa ganu" userId="3370986cc0838f71" providerId="LiveId" clId="{1C3598F6-0873-4504-A814-2A91D483A727}" dt="2025-04-10T00:55:09.888" v="722" actId="478"/>
          <ac:picMkLst>
            <pc:docMk/>
            <pc:sldMk cId="2896636124" sldId="267"/>
            <ac:picMk id="11266" creationId="{A7FFB7F5-8197-5BB4-B6CD-894ECED4A5B5}"/>
          </ac:picMkLst>
        </pc:picChg>
      </pc:sldChg>
      <pc:sldChg chg="addSp delSp modSp new del mod">
        <pc:chgData name="deepa ganu" userId="3370986cc0838f71" providerId="LiveId" clId="{1C3598F6-0873-4504-A814-2A91D483A727}" dt="2025-04-10T03:05:51.032" v="953" actId="47"/>
        <pc:sldMkLst>
          <pc:docMk/>
          <pc:sldMk cId="1561853886" sldId="268"/>
        </pc:sldMkLst>
      </pc:sldChg>
      <pc:sldChg chg="addSp delSp modSp new mod">
        <pc:chgData name="deepa ganu" userId="3370986cc0838f71" providerId="LiveId" clId="{1C3598F6-0873-4504-A814-2A91D483A727}" dt="2025-04-10T01:09:55.966" v="826" actId="14100"/>
        <pc:sldMkLst>
          <pc:docMk/>
          <pc:sldMk cId="3718205303" sldId="269"/>
        </pc:sldMkLst>
        <pc:spChg chg="mod">
          <ac:chgData name="deepa ganu" userId="3370986cc0838f71" providerId="LiveId" clId="{1C3598F6-0873-4504-A814-2A91D483A727}" dt="2025-04-10T00:59:36.001" v="761"/>
          <ac:spMkLst>
            <pc:docMk/>
            <pc:sldMk cId="3718205303" sldId="269"/>
            <ac:spMk id="2" creationId="{88241987-587A-A6AA-30D1-53AE99498768}"/>
          </ac:spMkLst>
        </pc:spChg>
        <pc:spChg chg="mod">
          <ac:chgData name="deepa ganu" userId="3370986cc0838f71" providerId="LiveId" clId="{1C3598F6-0873-4504-A814-2A91D483A727}" dt="2025-04-10T01:09:55.966" v="826" actId="14100"/>
          <ac:spMkLst>
            <pc:docMk/>
            <pc:sldMk cId="3718205303" sldId="269"/>
            <ac:spMk id="3" creationId="{FABA9046-6B08-169E-B8B1-AD40AD41456F}"/>
          </ac:spMkLst>
        </pc:spChg>
        <pc:spChg chg="add del mod">
          <ac:chgData name="deepa ganu" userId="3370986cc0838f71" providerId="LiveId" clId="{1C3598F6-0873-4504-A814-2A91D483A727}" dt="2025-04-10T01:02:02.864" v="789" actId="478"/>
          <ac:spMkLst>
            <pc:docMk/>
            <pc:sldMk cId="3718205303" sldId="269"/>
            <ac:spMk id="4" creationId="{F49BD5D5-844A-B2C7-C0E6-5F4CBC6DCAF2}"/>
          </ac:spMkLst>
        </pc:spChg>
        <pc:spChg chg="add">
          <ac:chgData name="deepa ganu" userId="3370986cc0838f71" providerId="LiveId" clId="{1C3598F6-0873-4504-A814-2A91D483A727}" dt="2025-04-10T01:03:22.957" v="792"/>
          <ac:spMkLst>
            <pc:docMk/>
            <pc:sldMk cId="3718205303" sldId="269"/>
            <ac:spMk id="5" creationId="{95890F64-D276-2974-C46F-582834F671E7}"/>
          </ac:spMkLst>
        </pc:spChg>
        <pc:spChg chg="add mod">
          <ac:chgData name="deepa ganu" userId="3370986cc0838f71" providerId="LiveId" clId="{1C3598F6-0873-4504-A814-2A91D483A727}" dt="2025-04-10T01:04:31.834" v="803" actId="1076"/>
          <ac:spMkLst>
            <pc:docMk/>
            <pc:sldMk cId="3718205303" sldId="269"/>
            <ac:spMk id="7" creationId="{694D18A4-FD60-D63D-49A5-07850C0783F5}"/>
          </ac:spMkLst>
        </pc:spChg>
        <pc:spChg chg="add">
          <ac:chgData name="deepa ganu" userId="3370986cc0838f71" providerId="LiveId" clId="{1C3598F6-0873-4504-A814-2A91D483A727}" dt="2025-04-10T01:07:49.013" v="805"/>
          <ac:spMkLst>
            <pc:docMk/>
            <pc:sldMk cId="3718205303" sldId="269"/>
            <ac:spMk id="8" creationId="{054C1FC3-836E-F7C9-8E78-1A65C82640C3}"/>
          </ac:spMkLst>
        </pc:spChg>
        <pc:spChg chg="add">
          <ac:chgData name="deepa ganu" userId="3370986cc0838f71" providerId="LiveId" clId="{1C3598F6-0873-4504-A814-2A91D483A727}" dt="2025-04-10T01:08:41.991" v="819"/>
          <ac:spMkLst>
            <pc:docMk/>
            <pc:sldMk cId="3718205303" sldId="269"/>
            <ac:spMk id="9" creationId="{FABABF39-53E1-7BFD-EAC3-FCA343D9A0CE}"/>
          </ac:spMkLst>
        </pc:spChg>
        <pc:spChg chg="add">
          <ac:chgData name="deepa ganu" userId="3370986cc0838f71" providerId="LiveId" clId="{1C3598F6-0873-4504-A814-2A91D483A727}" dt="2025-04-10T01:08:52.941" v="820"/>
          <ac:spMkLst>
            <pc:docMk/>
            <pc:sldMk cId="3718205303" sldId="269"/>
            <ac:spMk id="10" creationId="{20657491-89CB-68D5-E40E-8B48DF4CB461}"/>
          </ac:spMkLst>
        </pc:spChg>
        <pc:picChg chg="add mod">
          <ac:chgData name="deepa ganu" userId="3370986cc0838f71" providerId="LiveId" clId="{1C3598F6-0873-4504-A814-2A91D483A727}" dt="2025-04-10T01:00:00.969" v="767" actId="1076"/>
          <ac:picMkLst>
            <pc:docMk/>
            <pc:sldMk cId="3718205303" sldId="269"/>
            <ac:picMk id="2050" creationId="{AF2FA065-E94A-3BE7-A20D-85280D18CB20}"/>
          </ac:picMkLst>
        </pc:picChg>
        <pc:picChg chg="add mod">
          <ac:chgData name="deepa ganu" userId="3370986cc0838f71" providerId="LiveId" clId="{1C3598F6-0873-4504-A814-2A91D483A727}" dt="2025-04-10T01:01:18.727" v="776" actId="1076"/>
          <ac:picMkLst>
            <pc:docMk/>
            <pc:sldMk cId="3718205303" sldId="269"/>
            <ac:picMk id="2052" creationId="{49A157C3-F39A-2D7C-572A-1487AD0F6ABC}"/>
          </ac:picMkLst>
        </pc:picChg>
        <pc:picChg chg="add mod">
          <ac:chgData name="deepa ganu" userId="3370986cc0838f71" providerId="LiveId" clId="{1C3598F6-0873-4504-A814-2A91D483A727}" dt="2025-04-10T01:04:34.290" v="804" actId="1076"/>
          <ac:picMkLst>
            <pc:docMk/>
            <pc:sldMk cId="3718205303" sldId="269"/>
            <ac:picMk id="2056" creationId="{937A9A37-81B7-62F7-A739-182FA6860E70}"/>
          </ac:picMkLst>
        </pc:picChg>
      </pc:sldChg>
      <pc:sldChg chg="addSp modSp new mod">
        <pc:chgData name="deepa ganu" userId="3370986cc0838f71" providerId="LiveId" clId="{1C3598F6-0873-4504-A814-2A91D483A727}" dt="2025-04-10T01:11:35.038" v="846" actId="1076"/>
        <pc:sldMkLst>
          <pc:docMk/>
          <pc:sldMk cId="765268931" sldId="270"/>
        </pc:sldMkLst>
        <pc:spChg chg="mod">
          <ac:chgData name="deepa ganu" userId="3370986cc0838f71" providerId="LiveId" clId="{1C3598F6-0873-4504-A814-2A91D483A727}" dt="2025-04-10T01:10:33.694" v="831" actId="20577"/>
          <ac:spMkLst>
            <pc:docMk/>
            <pc:sldMk cId="765268931" sldId="270"/>
            <ac:spMk id="2" creationId="{3A61D063-FA0B-8F64-8C33-10144F643A29}"/>
          </ac:spMkLst>
        </pc:spChg>
        <pc:spChg chg="mod">
          <ac:chgData name="deepa ganu" userId="3370986cc0838f71" providerId="LiveId" clId="{1C3598F6-0873-4504-A814-2A91D483A727}" dt="2025-04-10T01:11:21.753" v="844" actId="27636"/>
          <ac:spMkLst>
            <pc:docMk/>
            <pc:sldMk cId="765268931" sldId="270"/>
            <ac:spMk id="3" creationId="{0409F25C-8EB7-AB89-89B9-CF7762B3BBE3}"/>
          </ac:spMkLst>
        </pc:spChg>
        <pc:picChg chg="add mod">
          <ac:chgData name="deepa ganu" userId="3370986cc0838f71" providerId="LiveId" clId="{1C3598F6-0873-4504-A814-2A91D483A727}" dt="2025-04-10T01:11:35.038" v="846" actId="1076"/>
          <ac:picMkLst>
            <pc:docMk/>
            <pc:sldMk cId="765268931" sldId="270"/>
            <ac:picMk id="3074" creationId="{012D3094-40D9-6472-B25F-20098C52A615}"/>
          </ac:picMkLst>
        </pc:picChg>
      </pc:sldChg>
      <pc:sldChg chg="new del">
        <pc:chgData name="deepa ganu" userId="3370986cc0838f71" providerId="LiveId" clId="{1C3598F6-0873-4504-A814-2A91D483A727}" dt="2025-04-10T01:10:06.936" v="828" actId="680"/>
        <pc:sldMkLst>
          <pc:docMk/>
          <pc:sldMk cId="1563742510" sldId="270"/>
        </pc:sldMkLst>
      </pc:sldChg>
      <pc:sldChg chg="addSp modSp new mod">
        <pc:chgData name="deepa ganu" userId="3370986cc0838f71" providerId="LiveId" clId="{1C3598F6-0873-4504-A814-2A91D483A727}" dt="2025-04-10T01:13:25.252" v="860" actId="1076"/>
        <pc:sldMkLst>
          <pc:docMk/>
          <pc:sldMk cId="477494328" sldId="271"/>
        </pc:sldMkLst>
        <pc:spChg chg="mod">
          <ac:chgData name="deepa ganu" userId="3370986cc0838f71" providerId="LiveId" clId="{1C3598F6-0873-4504-A814-2A91D483A727}" dt="2025-04-10T01:12:37.230" v="848"/>
          <ac:spMkLst>
            <pc:docMk/>
            <pc:sldMk cId="477494328" sldId="271"/>
            <ac:spMk id="2" creationId="{404C1E22-B8BE-7663-A31D-2A20362C306B}"/>
          </ac:spMkLst>
        </pc:spChg>
        <pc:spChg chg="mod">
          <ac:chgData name="deepa ganu" userId="3370986cc0838f71" providerId="LiveId" clId="{1C3598F6-0873-4504-A814-2A91D483A727}" dt="2025-04-10T01:13:03.987" v="855" actId="27636"/>
          <ac:spMkLst>
            <pc:docMk/>
            <pc:sldMk cId="477494328" sldId="271"/>
            <ac:spMk id="3" creationId="{943C45F1-85CB-9675-6E49-1ADE2D2B3FD6}"/>
          </ac:spMkLst>
        </pc:spChg>
        <pc:picChg chg="add mod">
          <ac:chgData name="deepa ganu" userId="3370986cc0838f71" providerId="LiveId" clId="{1C3598F6-0873-4504-A814-2A91D483A727}" dt="2025-04-10T01:13:25.252" v="860" actId="1076"/>
          <ac:picMkLst>
            <pc:docMk/>
            <pc:sldMk cId="477494328" sldId="271"/>
            <ac:picMk id="4098" creationId="{4450A617-4030-3908-CA99-32E85FE79962}"/>
          </ac:picMkLst>
        </pc:picChg>
      </pc:sldChg>
      <pc:sldChg chg="addSp modSp new mod">
        <pc:chgData name="deepa ganu" userId="3370986cc0838f71" providerId="LiveId" clId="{1C3598F6-0873-4504-A814-2A91D483A727}" dt="2025-04-10T01:14:24.856" v="883" actId="1076"/>
        <pc:sldMkLst>
          <pc:docMk/>
          <pc:sldMk cId="3128578999" sldId="272"/>
        </pc:sldMkLst>
        <pc:spChg chg="mod">
          <ac:chgData name="deepa ganu" userId="3370986cc0838f71" providerId="LiveId" clId="{1C3598F6-0873-4504-A814-2A91D483A727}" dt="2025-04-10T01:13:34.372" v="872" actId="20577"/>
          <ac:spMkLst>
            <pc:docMk/>
            <pc:sldMk cId="3128578999" sldId="272"/>
            <ac:spMk id="2" creationId="{7959C2C7-49ED-CC27-0AC3-3F1869417FA3}"/>
          </ac:spMkLst>
        </pc:spChg>
        <pc:spChg chg="mod">
          <ac:chgData name="deepa ganu" userId="3370986cc0838f71" providerId="LiveId" clId="{1C3598F6-0873-4504-A814-2A91D483A727}" dt="2025-04-10T01:14:06.218" v="881" actId="27636"/>
          <ac:spMkLst>
            <pc:docMk/>
            <pc:sldMk cId="3128578999" sldId="272"/>
            <ac:spMk id="3" creationId="{83D7C239-421B-9663-B9BA-78B6EA0439A9}"/>
          </ac:spMkLst>
        </pc:spChg>
        <pc:picChg chg="add mod">
          <ac:chgData name="deepa ganu" userId="3370986cc0838f71" providerId="LiveId" clId="{1C3598F6-0873-4504-A814-2A91D483A727}" dt="2025-04-10T01:14:24.856" v="883" actId="1076"/>
          <ac:picMkLst>
            <pc:docMk/>
            <pc:sldMk cId="3128578999" sldId="272"/>
            <ac:picMk id="5122" creationId="{9FBFAC1A-E1C1-CEC9-9CE3-C7AD5E7686EA}"/>
          </ac:picMkLst>
        </pc:picChg>
      </pc:sldChg>
      <pc:sldChg chg="addSp delSp modSp new mod">
        <pc:chgData name="deepa ganu" userId="3370986cc0838f71" providerId="LiveId" clId="{1C3598F6-0873-4504-A814-2A91D483A727}" dt="2025-04-10T03:16:31.751" v="1086" actId="1076"/>
        <pc:sldMkLst>
          <pc:docMk/>
          <pc:sldMk cId="4032933322" sldId="273"/>
        </pc:sldMkLst>
        <pc:spChg chg="mod">
          <ac:chgData name="deepa ganu" userId="3370986cc0838f71" providerId="LiveId" clId="{1C3598F6-0873-4504-A814-2A91D483A727}" dt="2025-04-10T01:20:04.294" v="885"/>
          <ac:spMkLst>
            <pc:docMk/>
            <pc:sldMk cId="4032933322" sldId="273"/>
            <ac:spMk id="2" creationId="{0B1E7288-BDF0-2B32-E6AD-21FB3A8C5056}"/>
          </ac:spMkLst>
        </pc:spChg>
        <pc:spChg chg="mod">
          <ac:chgData name="deepa ganu" userId="3370986cc0838f71" providerId="LiveId" clId="{1C3598F6-0873-4504-A814-2A91D483A727}" dt="2025-04-10T03:10:22.927" v="1003" actId="27636"/>
          <ac:spMkLst>
            <pc:docMk/>
            <pc:sldMk cId="4032933322" sldId="273"/>
            <ac:spMk id="3" creationId="{ED37F17D-B628-01F8-222D-F0795D406FAA}"/>
          </ac:spMkLst>
        </pc:spChg>
        <pc:spChg chg="add del mod">
          <ac:chgData name="deepa ganu" userId="3370986cc0838f71" providerId="LiveId" clId="{1C3598F6-0873-4504-A814-2A91D483A727}" dt="2025-04-10T03:16:18.407" v="1081" actId="478"/>
          <ac:spMkLst>
            <pc:docMk/>
            <pc:sldMk cId="4032933322" sldId="273"/>
            <ac:spMk id="5" creationId="{4C598AD1-6391-0211-163F-5CB1A585C81E}"/>
          </ac:spMkLst>
        </pc:spChg>
        <pc:picChg chg="add mod">
          <ac:chgData name="deepa ganu" userId="3370986cc0838f71" providerId="LiveId" clId="{1C3598F6-0873-4504-A814-2A91D483A727}" dt="2025-04-10T03:16:21.271" v="1082" actId="1076"/>
          <ac:picMkLst>
            <pc:docMk/>
            <pc:sldMk cId="4032933322" sldId="273"/>
            <ac:picMk id="6146" creationId="{CBC86A2B-BEEA-127A-E763-83DF18E65DA5}"/>
          </ac:picMkLst>
        </pc:picChg>
        <pc:picChg chg="add mod">
          <ac:chgData name="deepa ganu" userId="3370986cc0838f71" providerId="LiveId" clId="{1C3598F6-0873-4504-A814-2A91D483A727}" dt="2025-04-10T03:16:31.751" v="1086" actId="1076"/>
          <ac:picMkLst>
            <pc:docMk/>
            <pc:sldMk cId="4032933322" sldId="273"/>
            <ac:picMk id="6148" creationId="{39F468A7-B8B9-B568-0DB4-6C65D3DEE592}"/>
          </ac:picMkLst>
        </pc:picChg>
      </pc:sldChg>
      <pc:sldChg chg="new del">
        <pc:chgData name="deepa ganu" userId="3370986cc0838f71" providerId="LiveId" clId="{1C3598F6-0873-4504-A814-2A91D483A727}" dt="2025-04-10T03:05:51.971" v="954" actId="47"/>
        <pc:sldMkLst>
          <pc:docMk/>
          <pc:sldMk cId="301447178" sldId="274"/>
        </pc:sldMkLst>
      </pc:sldChg>
      <pc:sldChg chg="addSp modSp new mod">
        <pc:chgData name="deepa ganu" userId="3370986cc0838f71" providerId="LiveId" clId="{1C3598F6-0873-4504-A814-2A91D483A727}" dt="2025-04-10T03:05:42.811" v="952" actId="20577"/>
        <pc:sldMkLst>
          <pc:docMk/>
          <pc:sldMk cId="115401212" sldId="275"/>
        </pc:sldMkLst>
        <pc:spChg chg="mod">
          <ac:chgData name="deepa ganu" userId="3370986cc0838f71" providerId="LiveId" clId="{1C3598F6-0873-4504-A814-2A91D483A727}" dt="2025-04-10T03:02:54.536" v="933" actId="20577"/>
          <ac:spMkLst>
            <pc:docMk/>
            <pc:sldMk cId="115401212" sldId="275"/>
            <ac:spMk id="2" creationId="{A1D925E5-6012-5DDB-742A-3A20F37230BC}"/>
          </ac:spMkLst>
        </pc:spChg>
        <pc:spChg chg="mod">
          <ac:chgData name="deepa ganu" userId="3370986cc0838f71" providerId="LiveId" clId="{1C3598F6-0873-4504-A814-2A91D483A727}" dt="2025-04-10T03:05:42.811" v="952" actId="20577"/>
          <ac:spMkLst>
            <pc:docMk/>
            <pc:sldMk cId="115401212" sldId="275"/>
            <ac:spMk id="3" creationId="{8DFAC465-0E25-2D9A-2EDA-75236F274015}"/>
          </ac:spMkLst>
        </pc:spChg>
        <pc:spChg chg="mod">
          <ac:chgData name="deepa ganu" userId="3370986cc0838f71" providerId="LiveId" clId="{1C3598F6-0873-4504-A814-2A91D483A727}" dt="2025-04-10T03:05:37.922" v="950" actId="27636"/>
          <ac:spMkLst>
            <pc:docMk/>
            <pc:sldMk cId="115401212" sldId="275"/>
            <ac:spMk id="4" creationId="{F5CF5168-1878-9AEB-C345-C1DFDB068ED6}"/>
          </ac:spMkLst>
        </pc:spChg>
        <pc:spChg chg="add">
          <ac:chgData name="deepa ganu" userId="3370986cc0838f71" providerId="LiveId" clId="{1C3598F6-0873-4504-A814-2A91D483A727}" dt="2025-04-10T03:05:22.441" v="944"/>
          <ac:spMkLst>
            <pc:docMk/>
            <pc:sldMk cId="115401212" sldId="275"/>
            <ac:spMk id="5" creationId="{C4E28011-EDFD-9AAA-24C8-DFD8DDE0A775}"/>
          </ac:spMkLst>
        </pc:spChg>
      </pc:sldChg>
      <pc:sldChg chg="addSp delSp modSp new mod">
        <pc:chgData name="deepa ganu" userId="3370986cc0838f71" providerId="LiveId" clId="{1C3598F6-0873-4504-A814-2A91D483A727}" dt="2025-04-10T03:18:01.699" v="1243" actId="20577"/>
        <pc:sldMkLst>
          <pc:docMk/>
          <pc:sldMk cId="2006389386" sldId="276"/>
        </pc:sldMkLst>
        <pc:spChg chg="mod">
          <ac:chgData name="deepa ganu" userId="3370986cc0838f71" providerId="LiveId" clId="{1C3598F6-0873-4504-A814-2A91D483A727}" dt="2025-04-10T03:13:00.371" v="1068" actId="20577"/>
          <ac:spMkLst>
            <pc:docMk/>
            <pc:sldMk cId="2006389386" sldId="276"/>
            <ac:spMk id="2" creationId="{9C60FB67-A982-294E-E9C3-E413927E4DA7}"/>
          </ac:spMkLst>
        </pc:spChg>
        <pc:spChg chg="del">
          <ac:chgData name="deepa ganu" userId="3370986cc0838f71" providerId="LiveId" clId="{1C3598F6-0873-4504-A814-2A91D483A727}" dt="2025-04-10T03:13:06.624" v="1069" actId="478"/>
          <ac:spMkLst>
            <pc:docMk/>
            <pc:sldMk cId="2006389386" sldId="276"/>
            <ac:spMk id="3" creationId="{40E00841-D614-0E33-2160-00CF1C7CE288}"/>
          </ac:spMkLst>
        </pc:spChg>
        <pc:spChg chg="del">
          <ac:chgData name="deepa ganu" userId="3370986cc0838f71" providerId="LiveId" clId="{1C3598F6-0873-4504-A814-2A91D483A727}" dt="2025-04-10T03:13:11.607" v="1070" actId="478"/>
          <ac:spMkLst>
            <pc:docMk/>
            <pc:sldMk cId="2006389386" sldId="276"/>
            <ac:spMk id="4" creationId="{D3FCE076-7D39-272F-F3CE-3212F818EDBA}"/>
          </ac:spMkLst>
        </pc:spChg>
        <pc:spChg chg="add mod">
          <ac:chgData name="deepa ganu" userId="3370986cc0838f71" providerId="LiveId" clId="{1C3598F6-0873-4504-A814-2A91D483A727}" dt="2025-04-10T03:18:01.699" v="1243" actId="20577"/>
          <ac:spMkLst>
            <pc:docMk/>
            <pc:sldMk cId="2006389386" sldId="276"/>
            <ac:spMk id="6" creationId="{7A8D1CB8-9806-040C-86B2-248CC1BD471B}"/>
          </ac:spMkLst>
        </pc:spChg>
        <pc:picChg chg="add mod">
          <ac:chgData name="deepa ganu" userId="3370986cc0838f71" providerId="LiveId" clId="{1C3598F6-0873-4504-A814-2A91D483A727}" dt="2025-04-10T03:14:03.897" v="1077" actId="1076"/>
          <ac:picMkLst>
            <pc:docMk/>
            <pc:sldMk cId="2006389386" sldId="276"/>
            <ac:picMk id="8194" creationId="{E04E67D1-A1BE-6831-8C22-5D086A989CBF}"/>
          </ac:picMkLst>
        </pc:picChg>
      </pc:sldChg>
      <pc:sldChg chg="modSp new mod">
        <pc:chgData name="deepa ganu" userId="3370986cc0838f71" providerId="LiveId" clId="{1C3598F6-0873-4504-A814-2A91D483A727}" dt="2025-04-10T03:20:40.614" v="1303" actId="20577"/>
        <pc:sldMkLst>
          <pc:docMk/>
          <pc:sldMk cId="996428187" sldId="277"/>
        </pc:sldMkLst>
        <pc:spChg chg="mod">
          <ac:chgData name="deepa ganu" userId="3370986cc0838f71" providerId="LiveId" clId="{1C3598F6-0873-4504-A814-2A91D483A727}" dt="2025-04-10T03:18:13.801" v="1253" actId="20577"/>
          <ac:spMkLst>
            <pc:docMk/>
            <pc:sldMk cId="996428187" sldId="277"/>
            <ac:spMk id="2" creationId="{C6E94A4B-23D9-F2F7-ECF6-58CEE6DBF691}"/>
          </ac:spMkLst>
        </pc:spChg>
        <pc:spChg chg="mod">
          <ac:chgData name="deepa ganu" userId="3370986cc0838f71" providerId="LiveId" clId="{1C3598F6-0873-4504-A814-2A91D483A727}" dt="2025-04-10T03:20:40.614" v="1303" actId="20577"/>
          <ac:spMkLst>
            <pc:docMk/>
            <pc:sldMk cId="996428187" sldId="277"/>
            <ac:spMk id="3" creationId="{13455086-8C16-319F-8FF8-3B072C02A3E4}"/>
          </ac:spMkLst>
        </pc:spChg>
      </pc:sldChg>
      <pc:sldChg chg="modSp new del mod">
        <pc:chgData name="deepa ganu" userId="3370986cc0838f71" providerId="LiveId" clId="{1C3598F6-0873-4504-A814-2A91D483A727}" dt="2025-04-10T03:12:47.116" v="1039" actId="47"/>
        <pc:sldMkLst>
          <pc:docMk/>
          <pc:sldMk cId="82910722" sldId="278"/>
        </pc:sldMkLst>
        <pc:spChg chg="mod">
          <ac:chgData name="deepa ganu" userId="3370986cc0838f71" providerId="LiveId" clId="{1C3598F6-0873-4504-A814-2A91D483A727}" dt="2025-04-10T03:12:38.356" v="1038" actId="20577"/>
          <ac:spMkLst>
            <pc:docMk/>
            <pc:sldMk cId="82910722" sldId="278"/>
            <ac:spMk id="2" creationId="{7098852D-29EF-5012-C24A-0ACF2FD0E24B}"/>
          </ac:spMkLst>
        </pc:spChg>
      </pc:sldChg>
      <pc:sldChg chg="addSp modSp new mod">
        <pc:chgData name="deepa ganu" userId="3370986cc0838f71" providerId="LiveId" clId="{1C3598F6-0873-4504-A814-2A91D483A727}" dt="2025-04-10T03:23:52.761" v="1363" actId="14100"/>
        <pc:sldMkLst>
          <pc:docMk/>
          <pc:sldMk cId="1017767995" sldId="278"/>
        </pc:sldMkLst>
        <pc:spChg chg="mod">
          <ac:chgData name="deepa ganu" userId="3370986cc0838f71" providerId="LiveId" clId="{1C3598F6-0873-4504-A814-2A91D483A727}" dt="2025-04-10T03:21:21.546" v="1323" actId="20577"/>
          <ac:spMkLst>
            <pc:docMk/>
            <pc:sldMk cId="1017767995" sldId="278"/>
            <ac:spMk id="2" creationId="{AA31A3B1-DD6B-2B25-535A-9232CEFEEE54}"/>
          </ac:spMkLst>
        </pc:spChg>
        <pc:spChg chg="mod">
          <ac:chgData name="deepa ganu" userId="3370986cc0838f71" providerId="LiveId" clId="{1C3598F6-0873-4504-A814-2A91D483A727}" dt="2025-04-10T03:22:00.650" v="1356" actId="14100"/>
          <ac:spMkLst>
            <pc:docMk/>
            <pc:sldMk cId="1017767995" sldId="278"/>
            <ac:spMk id="3" creationId="{F20BA3FE-9C28-2D55-E5D2-0F1E10F2DBFC}"/>
          </ac:spMkLst>
        </pc:spChg>
        <pc:spChg chg="add mod">
          <ac:chgData name="deepa ganu" userId="3370986cc0838f71" providerId="LiveId" clId="{1C3598F6-0873-4504-A814-2A91D483A727}" dt="2025-04-10T03:23:52.761" v="1363" actId="14100"/>
          <ac:spMkLst>
            <pc:docMk/>
            <pc:sldMk cId="1017767995" sldId="278"/>
            <ac:spMk id="5" creationId="{4F1E53DB-DC20-02F9-5622-38F64BB8D27A}"/>
          </ac:spMkLst>
        </pc:spChg>
        <pc:picChg chg="add mod">
          <ac:chgData name="deepa ganu" userId="3370986cc0838f71" providerId="LiveId" clId="{1C3598F6-0873-4504-A814-2A91D483A727}" dt="2025-04-10T03:23:47.047" v="1361" actId="1076"/>
          <ac:picMkLst>
            <pc:docMk/>
            <pc:sldMk cId="1017767995" sldId="278"/>
            <ac:picMk id="9218" creationId="{5FE8C279-E8BF-DC0C-8A8A-B65B3BCA248E}"/>
          </ac:picMkLst>
        </pc:picChg>
      </pc:sldChg>
      <pc:sldChg chg="addSp delSp modSp new">
        <pc:chgData name="deepa ganu" userId="3370986cc0838f71" providerId="LiveId" clId="{1C3598F6-0873-4504-A814-2A91D483A727}" dt="2025-04-10T03:25:04.241" v="1368" actId="1076"/>
        <pc:sldMkLst>
          <pc:docMk/>
          <pc:sldMk cId="1068984611" sldId="279"/>
        </pc:sldMkLst>
        <pc:spChg chg="del">
          <ac:chgData name="deepa ganu" userId="3370986cc0838f71" providerId="LiveId" clId="{1C3598F6-0873-4504-A814-2A91D483A727}" dt="2025-04-10T03:24:55.183" v="1365"/>
          <ac:spMkLst>
            <pc:docMk/>
            <pc:sldMk cId="1068984611" sldId="279"/>
            <ac:spMk id="3" creationId="{0E92611C-8679-1D98-B373-5BFA70EA8FB1}"/>
          </ac:spMkLst>
        </pc:spChg>
        <pc:picChg chg="add mod">
          <ac:chgData name="deepa ganu" userId="3370986cc0838f71" providerId="LiveId" clId="{1C3598F6-0873-4504-A814-2A91D483A727}" dt="2025-04-10T03:25:04.241" v="1368" actId="1076"/>
          <ac:picMkLst>
            <pc:docMk/>
            <pc:sldMk cId="1068984611" sldId="279"/>
            <ac:picMk id="10242" creationId="{C0A1B9EB-6846-5A3D-0DF5-B250E74662C1}"/>
          </ac:picMkLst>
        </pc:picChg>
      </pc:sldChg>
      <pc:sldChg chg="addSp delSp modSp new">
        <pc:chgData name="deepa ganu" userId="3370986cc0838f71" providerId="LiveId" clId="{1C3598F6-0873-4504-A814-2A91D483A727}" dt="2025-04-10T03:28:44.554" v="1383" actId="1076"/>
        <pc:sldMkLst>
          <pc:docMk/>
          <pc:sldMk cId="3205475846" sldId="280"/>
        </pc:sldMkLst>
        <pc:spChg chg="del">
          <ac:chgData name="deepa ganu" userId="3370986cc0838f71" providerId="LiveId" clId="{1C3598F6-0873-4504-A814-2A91D483A727}" dt="2025-04-10T03:26:45.482" v="1370"/>
          <ac:spMkLst>
            <pc:docMk/>
            <pc:sldMk cId="3205475846" sldId="280"/>
            <ac:spMk id="3" creationId="{4995BB96-E8D8-7C84-21F9-A71E218E96FF}"/>
          </ac:spMkLst>
        </pc:spChg>
        <pc:picChg chg="add mod">
          <ac:chgData name="deepa ganu" userId="3370986cc0838f71" providerId="LiveId" clId="{1C3598F6-0873-4504-A814-2A91D483A727}" dt="2025-04-10T03:27:26.137" v="1375" actId="1076"/>
          <ac:picMkLst>
            <pc:docMk/>
            <pc:sldMk cId="3205475846" sldId="280"/>
            <ac:picMk id="11266" creationId="{1C6D656C-CB1F-734E-EE2E-53877C848130}"/>
          </ac:picMkLst>
        </pc:picChg>
        <pc:picChg chg="add mod">
          <ac:chgData name="deepa ganu" userId="3370986cc0838f71" providerId="LiveId" clId="{1C3598F6-0873-4504-A814-2A91D483A727}" dt="2025-04-10T03:28:44.554" v="1383" actId="1076"/>
          <ac:picMkLst>
            <pc:docMk/>
            <pc:sldMk cId="3205475846" sldId="280"/>
            <ac:picMk id="11268" creationId="{94E551CA-4153-8E28-81DF-B52133C32B5B}"/>
          </ac:picMkLst>
        </pc:picChg>
      </pc:sldChg>
      <pc:sldChg chg="addSp modSp new mod">
        <pc:chgData name="deepa ganu" userId="3370986cc0838f71" providerId="LiveId" clId="{1C3598F6-0873-4504-A814-2A91D483A727}" dt="2025-04-10T03:31:38.301" v="1433" actId="1076"/>
        <pc:sldMkLst>
          <pc:docMk/>
          <pc:sldMk cId="653079196" sldId="281"/>
        </pc:sldMkLst>
        <pc:spChg chg="mod">
          <ac:chgData name="deepa ganu" userId="3370986cc0838f71" providerId="LiveId" clId="{1C3598F6-0873-4504-A814-2A91D483A727}" dt="2025-04-10T03:28:56.011" v="1393" actId="20577"/>
          <ac:spMkLst>
            <pc:docMk/>
            <pc:sldMk cId="653079196" sldId="281"/>
            <ac:spMk id="2" creationId="{ED5D0051-0767-2261-EB51-4CCED952FE8C}"/>
          </ac:spMkLst>
        </pc:spChg>
        <pc:spChg chg="mod">
          <ac:chgData name="deepa ganu" userId="3370986cc0838f71" providerId="LiveId" clId="{1C3598F6-0873-4504-A814-2A91D483A727}" dt="2025-04-10T03:29:41.444" v="1427" actId="14100"/>
          <ac:spMkLst>
            <pc:docMk/>
            <pc:sldMk cId="653079196" sldId="281"/>
            <ac:spMk id="3" creationId="{939C7DB7-E99F-C68E-12E0-3DE39FD04D7E}"/>
          </ac:spMkLst>
        </pc:spChg>
        <pc:spChg chg="add mod">
          <ac:chgData name="deepa ganu" userId="3370986cc0838f71" providerId="LiveId" clId="{1C3598F6-0873-4504-A814-2A91D483A727}" dt="2025-04-10T03:31:38.301" v="1433" actId="1076"/>
          <ac:spMkLst>
            <pc:docMk/>
            <pc:sldMk cId="653079196" sldId="281"/>
            <ac:spMk id="5" creationId="{AE2E429F-EA8B-AEFF-ABB6-D23745B180E9}"/>
          </ac:spMkLst>
        </pc:spChg>
        <pc:picChg chg="add mod">
          <ac:chgData name="deepa ganu" userId="3370986cc0838f71" providerId="LiveId" clId="{1C3598F6-0873-4504-A814-2A91D483A727}" dt="2025-04-10T03:30:10.722" v="1431" actId="14100"/>
          <ac:picMkLst>
            <pc:docMk/>
            <pc:sldMk cId="653079196" sldId="281"/>
            <ac:picMk id="12290" creationId="{4C862E4E-633C-60D6-9550-F44E905237FC}"/>
          </ac:picMkLst>
        </pc:picChg>
      </pc:sldChg>
      <pc:sldChg chg="addSp delSp modSp new mod">
        <pc:chgData name="deepa ganu" userId="3370986cc0838f71" providerId="LiveId" clId="{1C3598F6-0873-4504-A814-2A91D483A727}" dt="2025-04-10T03:36:07.286" v="1472" actId="1076"/>
        <pc:sldMkLst>
          <pc:docMk/>
          <pc:sldMk cId="2214749388" sldId="282"/>
        </pc:sldMkLst>
        <pc:spChg chg="add del">
          <ac:chgData name="deepa ganu" userId="3370986cc0838f71" providerId="LiveId" clId="{1C3598F6-0873-4504-A814-2A91D483A727}" dt="2025-04-10T03:35:09.727" v="1458"/>
          <ac:spMkLst>
            <pc:docMk/>
            <pc:sldMk cId="2214749388" sldId="282"/>
            <ac:spMk id="3" creationId="{1814A1D2-F31A-1F92-0660-E79A78D7B07C}"/>
          </ac:spMkLst>
        </pc:spChg>
        <pc:picChg chg="add mod ord modCrop">
          <ac:chgData name="deepa ganu" userId="3370986cc0838f71" providerId="LiveId" clId="{1C3598F6-0873-4504-A814-2A91D483A727}" dt="2025-04-10T03:36:00.679" v="1470" actId="1076"/>
          <ac:picMkLst>
            <pc:docMk/>
            <pc:sldMk cId="2214749388" sldId="282"/>
            <ac:picMk id="4" creationId="{35079A2B-CFD2-BACB-5CFB-E53736E83841}"/>
          </ac:picMkLst>
        </pc:picChg>
        <pc:picChg chg="add mod">
          <ac:chgData name="deepa ganu" userId="3370986cc0838f71" providerId="LiveId" clId="{1C3598F6-0873-4504-A814-2A91D483A727}" dt="2025-04-10T03:32:16.138" v="1437" actId="1076"/>
          <ac:picMkLst>
            <pc:docMk/>
            <pc:sldMk cId="2214749388" sldId="282"/>
            <ac:picMk id="13314" creationId="{F1282D82-CD68-C629-1B42-264BBEC455D2}"/>
          </ac:picMkLst>
        </pc:picChg>
        <pc:picChg chg="add mod">
          <ac:chgData name="deepa ganu" userId="3370986cc0838f71" providerId="LiveId" clId="{1C3598F6-0873-4504-A814-2A91D483A727}" dt="2025-04-10T03:36:07.286" v="1472" actId="1076"/>
          <ac:picMkLst>
            <pc:docMk/>
            <pc:sldMk cId="2214749388" sldId="282"/>
            <ac:picMk id="13316" creationId="{85569B1C-67F6-E7F2-325C-BBE65B5931DB}"/>
          </ac:picMkLst>
        </pc:picChg>
        <pc:picChg chg="add mod">
          <ac:chgData name="deepa ganu" userId="3370986cc0838f71" providerId="LiveId" clId="{1C3598F6-0873-4504-A814-2A91D483A727}" dt="2025-04-10T03:35:09.709" v="1457"/>
          <ac:picMkLst>
            <pc:docMk/>
            <pc:sldMk cId="2214749388" sldId="282"/>
            <ac:picMk id="13318" creationId="{D8A59612-916D-946F-EE6E-9384A1539257}"/>
          </ac:picMkLst>
        </pc:picChg>
      </pc:sldChg>
      <pc:sldChg chg="addSp modSp new mod">
        <pc:chgData name="deepa ganu" userId="3370986cc0838f71" providerId="LiveId" clId="{1C3598F6-0873-4504-A814-2A91D483A727}" dt="2025-04-10T03:33:09.805" v="1447" actId="1076"/>
        <pc:sldMkLst>
          <pc:docMk/>
          <pc:sldMk cId="857677575" sldId="283"/>
        </pc:sldMkLst>
        <pc:spChg chg="add">
          <ac:chgData name="deepa ganu" userId="3370986cc0838f71" providerId="LiveId" clId="{1C3598F6-0873-4504-A814-2A91D483A727}" dt="2025-04-10T03:32:59.176" v="1443"/>
          <ac:spMkLst>
            <pc:docMk/>
            <pc:sldMk cId="857677575" sldId="283"/>
            <ac:spMk id="4" creationId="{0AB37AE0-40A1-C25C-FA14-A5CC7C8591EA}"/>
          </ac:spMkLst>
        </pc:spChg>
        <pc:picChg chg="add mod">
          <ac:chgData name="deepa ganu" userId="3370986cc0838f71" providerId="LiveId" clId="{1C3598F6-0873-4504-A814-2A91D483A727}" dt="2025-04-10T03:33:09.805" v="1447" actId="1076"/>
          <ac:picMkLst>
            <pc:docMk/>
            <pc:sldMk cId="857677575" sldId="283"/>
            <ac:picMk id="5" creationId="{A05F02C1-4AE5-B584-ACFF-48C4BF5ACDE9}"/>
          </ac:picMkLst>
        </pc:picChg>
        <pc:picChg chg="add mod">
          <ac:chgData name="deepa ganu" userId="3370986cc0838f71" providerId="LiveId" clId="{1C3598F6-0873-4504-A814-2A91D483A727}" dt="2025-04-10T03:32:48.473" v="1442" actId="1076"/>
          <ac:picMkLst>
            <pc:docMk/>
            <pc:sldMk cId="857677575" sldId="283"/>
            <ac:picMk id="14338" creationId="{C80E3CDA-A4AB-84B5-5696-11D2D0367AC0}"/>
          </ac:picMkLst>
        </pc:picChg>
      </pc:sldChg>
      <pc:sldChg chg="addSp delSp modSp new mod">
        <pc:chgData name="deepa ganu" userId="3370986cc0838f71" providerId="LiveId" clId="{1C3598F6-0873-4504-A814-2A91D483A727}" dt="2025-04-10T03:38:54.785" v="1548" actId="1076"/>
        <pc:sldMkLst>
          <pc:docMk/>
          <pc:sldMk cId="1289277337" sldId="284"/>
        </pc:sldMkLst>
        <pc:spChg chg="mod">
          <ac:chgData name="deepa ganu" userId="3370986cc0838f71" providerId="LiveId" clId="{1C3598F6-0873-4504-A814-2A91D483A727}" dt="2025-04-10T03:36:47.131" v="1536" actId="20577"/>
          <ac:spMkLst>
            <pc:docMk/>
            <pc:sldMk cId="1289277337" sldId="284"/>
            <ac:spMk id="2" creationId="{04EC77C9-8E53-4F54-08E3-BCFFC8289104}"/>
          </ac:spMkLst>
        </pc:spChg>
        <pc:spChg chg="mod">
          <ac:chgData name="deepa ganu" userId="3370986cc0838f71" providerId="LiveId" clId="{1C3598F6-0873-4504-A814-2A91D483A727}" dt="2025-04-10T03:36:42.595" v="1526" actId="27636"/>
          <ac:spMkLst>
            <pc:docMk/>
            <pc:sldMk cId="1289277337" sldId="284"/>
            <ac:spMk id="3" creationId="{A169A80C-DB6B-1F45-7BED-97B639F3DACF}"/>
          </ac:spMkLst>
        </pc:spChg>
        <pc:spChg chg="add mod">
          <ac:chgData name="deepa ganu" userId="3370986cc0838f71" providerId="LiveId" clId="{1C3598F6-0873-4504-A814-2A91D483A727}" dt="2025-04-10T03:38:54.785" v="1548" actId="1076"/>
          <ac:spMkLst>
            <pc:docMk/>
            <pc:sldMk cId="1289277337" sldId="284"/>
            <ac:spMk id="7" creationId="{12BB9006-C2D5-96A6-DF79-D30635BDE83D}"/>
          </ac:spMkLst>
        </pc:spChg>
        <pc:picChg chg="add del mod">
          <ac:chgData name="deepa ganu" userId="3370986cc0838f71" providerId="LiveId" clId="{1C3598F6-0873-4504-A814-2A91D483A727}" dt="2025-04-10T03:38:00.936" v="1544" actId="478"/>
          <ac:picMkLst>
            <pc:docMk/>
            <pc:sldMk cId="1289277337" sldId="284"/>
            <ac:picMk id="4" creationId="{B4842AD6-4E1A-49AD-12EE-2CC3F047C8B6}"/>
          </ac:picMkLst>
        </pc:picChg>
        <pc:picChg chg="add mod">
          <ac:chgData name="deepa ganu" userId="3370986cc0838f71" providerId="LiveId" clId="{1C3598F6-0873-4504-A814-2A91D483A727}" dt="2025-04-10T03:38:04.042" v="1546" actId="1076"/>
          <ac:picMkLst>
            <pc:docMk/>
            <pc:sldMk cId="1289277337" sldId="284"/>
            <ac:picMk id="5" creationId="{F571E74B-C16E-139E-828E-88BDA778BEF1}"/>
          </ac:picMkLst>
        </pc:picChg>
        <pc:picChg chg="add">
          <ac:chgData name="deepa ganu" userId="3370986cc0838f71" providerId="LiveId" clId="{1C3598F6-0873-4504-A814-2A91D483A727}" dt="2025-04-10T03:37:34.596" v="1537"/>
          <ac:picMkLst>
            <pc:docMk/>
            <pc:sldMk cId="1289277337" sldId="284"/>
            <ac:picMk id="15362" creationId="{81E1C6D4-7762-D7FF-ABE5-E6DC83D872B8}"/>
          </ac:picMkLst>
        </pc:picChg>
      </pc:sldChg>
      <pc:sldChg chg="addSp delSp modSp new mod">
        <pc:chgData name="deepa ganu" userId="3370986cc0838f71" providerId="LiveId" clId="{1C3598F6-0873-4504-A814-2A91D483A727}" dt="2025-04-10T03:41:37.229" v="1569" actId="1076"/>
        <pc:sldMkLst>
          <pc:docMk/>
          <pc:sldMk cId="2654517195" sldId="285"/>
        </pc:sldMkLst>
        <pc:spChg chg="add del">
          <ac:chgData name="deepa ganu" userId="3370986cc0838f71" providerId="LiveId" clId="{1C3598F6-0873-4504-A814-2A91D483A727}" dt="2025-04-10T03:40:20.806" v="1557"/>
          <ac:spMkLst>
            <pc:docMk/>
            <pc:sldMk cId="2654517195" sldId="285"/>
            <ac:spMk id="3" creationId="{6AFA12D8-A2EA-DD52-A5FC-3EB6CB1F73D8}"/>
          </ac:spMkLst>
        </pc:spChg>
        <pc:spChg chg="add mod">
          <ac:chgData name="deepa ganu" userId="3370986cc0838f71" providerId="LiveId" clId="{1C3598F6-0873-4504-A814-2A91D483A727}" dt="2025-04-10T03:40:20.806" v="1557"/>
          <ac:spMkLst>
            <pc:docMk/>
            <pc:sldMk cId="2654517195" sldId="285"/>
            <ac:spMk id="5" creationId="{8AD74F6D-4E2C-30D3-6053-1630E201097C}"/>
          </ac:spMkLst>
        </pc:spChg>
        <pc:spChg chg="add">
          <ac:chgData name="deepa ganu" userId="3370986cc0838f71" providerId="LiveId" clId="{1C3598F6-0873-4504-A814-2A91D483A727}" dt="2025-04-10T03:40:25.367" v="1558"/>
          <ac:spMkLst>
            <pc:docMk/>
            <pc:sldMk cId="2654517195" sldId="285"/>
            <ac:spMk id="6" creationId="{7F21F4E1-06AD-C27C-2016-7ECB2B7F0192}"/>
          </ac:spMkLst>
        </pc:spChg>
        <pc:picChg chg="add mod modCrop">
          <ac:chgData name="deepa ganu" userId="3370986cc0838f71" providerId="LiveId" clId="{1C3598F6-0873-4504-A814-2A91D483A727}" dt="2025-04-10T03:39:58.651" v="1555" actId="1076"/>
          <ac:picMkLst>
            <pc:docMk/>
            <pc:sldMk cId="2654517195" sldId="285"/>
            <ac:picMk id="4" creationId="{46987635-1CB9-AEE8-7458-149A771BAA34}"/>
          </ac:picMkLst>
        </pc:picChg>
        <pc:picChg chg="add del mod">
          <ac:chgData name="deepa ganu" userId="3370986cc0838f71" providerId="LiveId" clId="{1C3598F6-0873-4504-A814-2A91D483A727}" dt="2025-04-10T03:41:25.113" v="1564" actId="478"/>
          <ac:picMkLst>
            <pc:docMk/>
            <pc:sldMk cId="2654517195" sldId="285"/>
            <ac:picMk id="7" creationId="{8B268224-EB6C-F51C-125C-BBF626AE11F8}"/>
          </ac:picMkLst>
        </pc:picChg>
        <pc:picChg chg="add">
          <ac:chgData name="deepa ganu" userId="3370986cc0838f71" providerId="LiveId" clId="{1C3598F6-0873-4504-A814-2A91D483A727}" dt="2025-04-10T03:39:24.311" v="1550"/>
          <ac:picMkLst>
            <pc:docMk/>
            <pc:sldMk cId="2654517195" sldId="285"/>
            <ac:picMk id="16386" creationId="{6EBA6726-57EC-EAD4-2C46-1C55C2F76418}"/>
          </ac:picMkLst>
        </pc:picChg>
        <pc:picChg chg="add mod">
          <ac:chgData name="deepa ganu" userId="3370986cc0838f71" providerId="LiveId" clId="{1C3598F6-0873-4504-A814-2A91D483A727}" dt="2025-04-10T03:41:37.229" v="1569" actId="1076"/>
          <ac:picMkLst>
            <pc:docMk/>
            <pc:sldMk cId="2654517195" sldId="285"/>
            <ac:picMk id="16392" creationId="{9354CD03-19FE-1ED5-019A-D8E33E9B83EC}"/>
          </ac:picMkLst>
        </pc:picChg>
      </pc:sldChg>
      <pc:sldChg chg="addSp delSp modSp new mod">
        <pc:chgData name="deepa ganu" userId="3370986cc0838f71" providerId="LiveId" clId="{1C3598F6-0873-4504-A814-2A91D483A727}" dt="2025-04-10T03:43:14.633" v="1577" actId="14100"/>
        <pc:sldMkLst>
          <pc:docMk/>
          <pc:sldMk cId="905206727" sldId="286"/>
        </pc:sldMkLst>
        <pc:spChg chg="del">
          <ac:chgData name="deepa ganu" userId="3370986cc0838f71" providerId="LiveId" clId="{1C3598F6-0873-4504-A814-2A91D483A727}" dt="2025-04-10T03:43:10.003" v="1575"/>
          <ac:spMkLst>
            <pc:docMk/>
            <pc:sldMk cId="905206727" sldId="286"/>
            <ac:spMk id="3" creationId="{52CF4BD4-B9B8-67EF-E585-43FD983C339C}"/>
          </ac:spMkLst>
        </pc:spChg>
        <pc:spChg chg="add">
          <ac:chgData name="deepa ganu" userId="3370986cc0838f71" providerId="LiveId" clId="{1C3598F6-0873-4504-A814-2A91D483A727}" dt="2025-04-10T03:42:12.182" v="1571"/>
          <ac:spMkLst>
            <pc:docMk/>
            <pc:sldMk cId="905206727" sldId="286"/>
            <ac:spMk id="4" creationId="{7221DB81-7091-82ED-1AEF-6D73E42E20CA}"/>
          </ac:spMkLst>
        </pc:spChg>
        <pc:picChg chg="add mod modCrop">
          <ac:chgData name="deepa ganu" userId="3370986cc0838f71" providerId="LiveId" clId="{1C3598F6-0873-4504-A814-2A91D483A727}" dt="2025-04-10T03:42:40.321" v="1574" actId="1076"/>
          <ac:picMkLst>
            <pc:docMk/>
            <pc:sldMk cId="905206727" sldId="286"/>
            <ac:picMk id="5" creationId="{6EB48FD1-9031-462B-9222-CF1E3637C97E}"/>
          </ac:picMkLst>
        </pc:picChg>
        <pc:picChg chg="add mod">
          <ac:chgData name="deepa ganu" userId="3370986cc0838f71" providerId="LiveId" clId="{1C3598F6-0873-4504-A814-2A91D483A727}" dt="2025-04-10T03:43:14.633" v="1577" actId="14100"/>
          <ac:picMkLst>
            <pc:docMk/>
            <pc:sldMk cId="905206727" sldId="286"/>
            <ac:picMk id="17412" creationId="{24E87F52-9144-A662-AF51-EB2F53B25B95}"/>
          </ac:picMkLst>
        </pc:picChg>
      </pc:sldChg>
      <pc:sldChg chg="addSp modSp new">
        <pc:chgData name="deepa ganu" userId="3370986cc0838f71" providerId="LiveId" clId="{1C3598F6-0873-4504-A814-2A91D483A727}" dt="2025-04-10T03:43:53.214" v="1581" actId="14100"/>
        <pc:sldMkLst>
          <pc:docMk/>
          <pc:sldMk cId="3990631732" sldId="287"/>
        </pc:sldMkLst>
        <pc:picChg chg="add mod">
          <ac:chgData name="deepa ganu" userId="3370986cc0838f71" providerId="LiveId" clId="{1C3598F6-0873-4504-A814-2A91D483A727}" dt="2025-04-10T03:43:53.214" v="1581" actId="14100"/>
          <ac:picMkLst>
            <pc:docMk/>
            <pc:sldMk cId="3990631732" sldId="287"/>
            <ac:picMk id="18434" creationId="{918662AD-1E49-6491-1B2F-6F066B39858B}"/>
          </ac:picMkLst>
        </pc:picChg>
      </pc:sldChg>
      <pc:sldChg chg="addSp modSp new">
        <pc:chgData name="deepa ganu" userId="3370986cc0838f71" providerId="LiveId" clId="{1C3598F6-0873-4504-A814-2A91D483A727}" dt="2025-04-10T03:45:46.343" v="1588" actId="1076"/>
        <pc:sldMkLst>
          <pc:docMk/>
          <pc:sldMk cId="1860252700" sldId="288"/>
        </pc:sldMkLst>
        <pc:picChg chg="add mod">
          <ac:chgData name="deepa ganu" userId="3370986cc0838f71" providerId="LiveId" clId="{1C3598F6-0873-4504-A814-2A91D483A727}" dt="2025-04-10T03:45:46.343" v="1588" actId="1076"/>
          <ac:picMkLst>
            <pc:docMk/>
            <pc:sldMk cId="1860252700" sldId="288"/>
            <ac:picMk id="19458" creationId="{0BFB48C3-F470-AA07-B4AE-D7E0FD0593A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1AA167-7D21-C1EB-BEA4-15658CE3E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3C45402-F138-6A9C-01D1-CBF7B5B78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64C0C36-1B6B-C6A2-5B0C-3D1FD2F90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E685FFB-E790-9BB0-E418-3B21B477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8A1ECEA-BE33-945B-9679-F47E8C42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7206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80BCAD-10DF-2325-9119-DF025EC1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4ACAD0-3BB6-366D-E41E-B971D7618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2A74E3-E0F2-70D3-1919-B73BC8126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C257EB-17C1-9985-F7CC-C3A371211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24C6747-CBAB-34C4-35B7-44AAAD06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8156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98DDEB-E47E-9EA2-C8D6-F1757AE8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A41F256-6D18-24E3-3FA4-26B87051E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3FA73E3-8024-B8CB-A26C-6C34812B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0B67BF-8430-4E30-B845-CB4319AA5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5B8D99-34F8-CA7E-EDED-BDBA004B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64547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93F92B-08D6-5612-6559-7B06130F5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0637A5-1436-27CE-ED82-DFE41BAD6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DF9DE7A-B64C-BD57-209F-32EE1BF10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B447C30-0F65-A186-F60B-44A820010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BA22A09-34B1-04AA-C69A-10407234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553ABB6-0B1A-279B-6D7D-3E14D29A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45174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153A05-700E-6F76-03A3-1D28D09DA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6B36592-742C-FF93-BC3E-50A6E272E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BCC702F-621E-8772-55BB-CC786B981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6EA1719A-9F56-A99C-65C7-0B5C35D78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4BB3A27-8A06-DBD1-01F1-434CC26BB8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D2CE176-2689-B34A-043F-2CC5C8896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586BBBD-C7BD-FB1F-C6B3-EDC8A8489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8A54823-8C44-6F19-B7DA-D6C4D7BC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7392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E58EED-CF72-3C44-A362-435F90F5F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9EB7B0C-FC03-992C-946E-519AEA9F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01322F3-B99E-7E74-D894-AEC62632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F62CF78-3E16-3280-0112-D5331BB47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6594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84D06A5-1CDD-FA54-D9BD-81E1BD033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130C4C8-B85F-B64F-0BA7-FBC421E1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202CB6D-9E12-ACFC-A0BE-C8553E4A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1734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C2ACAA-B188-2D7A-13F9-A3137330B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01D6DF-2088-1E83-0F5C-6EF63F4A1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D0F986A-5437-A4D8-C672-6E3213257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8BB5F51-04A0-106E-0195-4551E05D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D065534-93B9-CF1F-D931-34B73BBF3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9107DF6-75AD-DF3D-E4D8-0F6510A3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91704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99B32C0-764B-EF3C-00E5-DD0061DD3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CB9712F-B099-3810-BAD3-2433A49E0E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09A01A1-D64A-0E01-F187-1099548D0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3C92C52-F9FC-53D0-09BB-96350FCD3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362B46-67A6-A4BA-91C5-6C93444DA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46D14BE-28D1-FDE0-753F-6B4BC0F4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89089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BD0BBD-13CC-2428-E98E-35C8E2C4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D7CD82A-1C7D-B503-2520-8F9DEBB4E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D83414C-D33E-A5A8-B696-5AACFCFC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31CCFC-B728-0855-304F-BCE78D13B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9F783AD-2D71-6EF7-12DC-228F3004E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53782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9D65764-5123-916D-4170-473081495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BE51080-29A1-84E6-D4FD-C7D126306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93E7827-8E4C-0137-2DDA-8FBF7EF0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4B4806-7B22-41FE-4CC0-A0ABB1378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D51491-C9FC-D323-CB48-DC4236E1D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7838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39E0980-937B-8C9F-FA82-CA3190EA1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C2095D-B91E-FB0D-F5AF-17F0C6E38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26E749-9D87-98AD-E20A-172B42F94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DD43B-037E-49B8-A6CC-C98C42101E3A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5AF91C1-ACC1-336B-83C2-B776FD3A6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BAD3075-3AEA-37D1-4A4D-861A752A1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B03E9-656D-4B5A-AF44-6429C04702B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3067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B0D213-3F8D-2422-8C4F-2914220AE0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Trees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C5B40B1-3D6D-176E-5EB9-B83FB41229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Non Linear Data Structure</a:t>
            </a:r>
          </a:p>
        </p:txBody>
      </p:sp>
    </p:spTree>
    <p:extLst>
      <p:ext uri="{BB962C8B-B14F-4D97-AF65-F5344CB8AC3E}">
        <p14:creationId xmlns:p14="http://schemas.microsoft.com/office/powerpoint/2010/main" xmlns="" val="7246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5F32327-E789-40F6-5EA3-749BE091C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E8CB6D-9304-B406-4F50-698EEBEA0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Linear Data Structures with Time Complexity — every programmer must know |  by Dineshchandgr - A Top writer in Technology | Javarevisited | Medium">
            <a:extLst>
              <a:ext uri="{FF2B5EF4-FFF2-40B4-BE49-F238E27FC236}">
                <a16:creationId xmlns:a16="http://schemas.microsoft.com/office/drawing/2014/main" xmlns="" id="{A9D49D5C-979D-8C25-5FBE-4A0FC797D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1844" y="365125"/>
            <a:ext cx="12148310" cy="612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9133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6F2863-4219-A05D-9DF3-961DAFC7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 Linear Data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D41038-8472-69AA-A32B-3A717FBCC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374151"/>
                </a:solidFill>
                <a:latin typeface="Inter"/>
              </a:rPr>
              <a:t>E</a:t>
            </a:r>
            <a:r>
              <a:rPr lang="en-US" b="0" i="0" dirty="0">
                <a:solidFill>
                  <a:srgbClr val="374151"/>
                </a:solidFill>
                <a:effectLst/>
                <a:latin typeface="Inter"/>
              </a:rPr>
              <a:t>lements are not arranged sequentially</a:t>
            </a:r>
          </a:p>
          <a:p>
            <a:r>
              <a:rPr lang="en-US" dirty="0">
                <a:solidFill>
                  <a:srgbClr val="374151"/>
                </a:solidFill>
                <a:latin typeface="Inter"/>
              </a:rPr>
              <a:t>O</a:t>
            </a:r>
            <a:r>
              <a:rPr lang="en-US" b="0" i="0" dirty="0">
                <a:solidFill>
                  <a:srgbClr val="374151"/>
                </a:solidFill>
                <a:effectLst/>
                <a:latin typeface="Inter"/>
              </a:rPr>
              <a:t>rganized in a hierarchical or interconnected manner</a:t>
            </a:r>
          </a:p>
          <a:p>
            <a:r>
              <a:rPr lang="en-IN" b="0" i="0" dirty="0">
                <a:solidFill>
                  <a:srgbClr val="374151"/>
                </a:solidFill>
                <a:effectLst/>
                <a:latin typeface="Inter"/>
              </a:rPr>
              <a:t>Complex relationships between elements. </a:t>
            </a:r>
          </a:p>
          <a:p>
            <a:r>
              <a:rPr lang="en-IN" dirty="0"/>
              <a:t>Efficient Data Retrieval</a:t>
            </a:r>
          </a:p>
          <a:p>
            <a:r>
              <a:rPr lang="en-IN" dirty="0"/>
              <a:t>Non-contiguous Memory Allocation</a:t>
            </a:r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Inter"/>
              </a:rPr>
              <a:t>They are suitable for tasks like database indexing, network analysis, and managing hierarchical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56440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6899F7-6785-F07C-F6A4-3CECA02B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Time Examples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6DD62E1D-93A0-08AC-974C-A03BF8CC7E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IN" dirty="0"/>
              <a:t>Applications</a:t>
            </a:r>
          </a:p>
          <a:p>
            <a:r>
              <a:rPr lang="en-IN" dirty="0"/>
              <a:t>File Explorer</a:t>
            </a:r>
          </a:p>
          <a:p>
            <a:r>
              <a:rPr lang="en-IN" dirty="0"/>
              <a:t>Facebook Friends</a:t>
            </a:r>
          </a:p>
          <a:p>
            <a:r>
              <a:rPr lang="en-IN" dirty="0"/>
              <a:t>Routing Algo aka Google Maps</a:t>
            </a:r>
          </a:p>
          <a:p>
            <a:r>
              <a:rPr lang="en-IN" dirty="0"/>
              <a:t>Decision Making (AI)</a:t>
            </a:r>
          </a:p>
          <a:p>
            <a:r>
              <a:rPr lang="en-IN" dirty="0"/>
              <a:t>Dictionary</a:t>
            </a:r>
          </a:p>
          <a:p>
            <a:r>
              <a:rPr lang="en-IN" dirty="0"/>
              <a:t>Sets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xmlns="" id="{7599D85B-0027-EDB9-544B-38FDB3E9C2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n-IN" dirty="0"/>
              <a:t>Data Structure</a:t>
            </a:r>
          </a:p>
          <a:p>
            <a:r>
              <a:rPr lang="en-IN" dirty="0"/>
              <a:t>Trees</a:t>
            </a:r>
          </a:p>
          <a:p>
            <a:r>
              <a:rPr lang="en-IN" dirty="0"/>
              <a:t>Graphs</a:t>
            </a:r>
          </a:p>
          <a:p>
            <a:r>
              <a:rPr lang="en-IN" dirty="0"/>
              <a:t>Graphs</a:t>
            </a:r>
          </a:p>
          <a:p>
            <a:r>
              <a:rPr lang="en-IN" dirty="0"/>
              <a:t>Trees</a:t>
            </a:r>
          </a:p>
          <a:p>
            <a:r>
              <a:rPr lang="en-IN" dirty="0"/>
              <a:t>Table</a:t>
            </a:r>
          </a:p>
          <a:p>
            <a:r>
              <a:rPr lang="en-IN" dirty="0"/>
              <a:t>Sets</a:t>
            </a:r>
          </a:p>
        </p:txBody>
      </p:sp>
    </p:spTree>
    <p:extLst>
      <p:ext uri="{BB962C8B-B14F-4D97-AF65-F5344CB8AC3E}">
        <p14:creationId xmlns:p14="http://schemas.microsoft.com/office/powerpoint/2010/main" xmlns="" val="2138971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Application of Tree Data Structure - Tutorial">
            <a:extLst>
              <a:ext uri="{FF2B5EF4-FFF2-40B4-BE49-F238E27FC236}">
                <a16:creationId xmlns:a16="http://schemas.microsoft.com/office/drawing/2014/main" xmlns="" id="{93F59C4E-D3AA-2B7B-E517-F17761C78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01240" y="2293374"/>
            <a:ext cx="710565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28E46D-D52F-0B26-B25D-692C3CAB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0FD346D-B81E-ECB9-169A-6392627CEB33}"/>
              </a:ext>
            </a:extLst>
          </p:cNvPr>
          <p:cNvSpPr txBox="1"/>
          <p:nvPr/>
        </p:nvSpPr>
        <p:spPr>
          <a:xfrm>
            <a:off x="285135" y="1386349"/>
            <a:ext cx="574203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tree is a non-linear abstract data type with a hierarchy-based structure. It consists of nodes (where the data is stored) that are connected via links. The tree data structure stems from a single node called a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root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node and has 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subtrees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connected to the root.</a:t>
            </a:r>
          </a:p>
          <a:p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xmlns="" id="{16056F7D-509C-DDBB-9C0E-FF69ACA98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07592705"/>
              </p:ext>
            </p:extLst>
          </p:nvPr>
        </p:nvGraphicFramePr>
        <p:xfrm>
          <a:off x="543233" y="3804648"/>
          <a:ext cx="10515600" cy="1828800"/>
        </p:xfrm>
        <a:graphic>
          <a:graphicData uri="http://schemas.openxmlformats.org/drawingml/2006/table">
            <a:tbl>
              <a:tblPr/>
              <a:tblGrid>
                <a:gridCol w="1049594">
                  <a:extLst>
                    <a:ext uri="{9D8B030D-6E8A-4147-A177-3AD203B41FA5}">
                      <a16:colId xmlns:a16="http://schemas.microsoft.com/office/drawing/2014/main" xmlns="" val="3819956290"/>
                    </a:ext>
                  </a:extLst>
                </a:gridCol>
                <a:gridCol w="9466006">
                  <a:extLst>
                    <a:ext uri="{9D8B030D-6E8A-4147-A177-3AD203B41FA5}">
                      <a16:colId xmlns:a16="http://schemas.microsoft.com/office/drawing/2014/main" xmlns="" val="36341047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312054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Root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Topmost node in a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510389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Parent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node that has branches to other nodes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758539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Child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 node that descends from another node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04867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Siblings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Nodes with the same parent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725056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854008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xmlns="" id="{7EF5F222-3E5A-D126-86B1-1E680C07A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04254505"/>
              </p:ext>
            </p:extLst>
          </p:nvPr>
        </p:nvGraphicFramePr>
        <p:xfrm>
          <a:off x="127820" y="365125"/>
          <a:ext cx="6341805" cy="6005404"/>
        </p:xfrm>
        <a:graphic>
          <a:graphicData uri="http://schemas.openxmlformats.org/drawingml/2006/table">
            <a:tbl>
              <a:tblPr/>
              <a:tblGrid>
                <a:gridCol w="2163095">
                  <a:extLst>
                    <a:ext uri="{9D8B030D-6E8A-4147-A177-3AD203B41FA5}">
                      <a16:colId xmlns:a16="http://schemas.microsoft.com/office/drawing/2014/main" xmlns="" val="2261998602"/>
                    </a:ext>
                  </a:extLst>
                </a:gridCol>
                <a:gridCol w="4178710">
                  <a:extLst>
                    <a:ext uri="{9D8B030D-6E8A-4147-A177-3AD203B41FA5}">
                      <a16:colId xmlns:a16="http://schemas.microsoft.com/office/drawing/2014/main" xmlns="" val="3276051931"/>
                    </a:ext>
                  </a:extLst>
                </a:gridCol>
              </a:tblGrid>
              <a:tr h="923217">
                <a:tc>
                  <a:txBody>
                    <a:bodyPr/>
                    <a:lstStyle/>
                    <a:p>
                      <a:r>
                        <a:rPr lang="en-IN" sz="2000" b="1" dirty="0"/>
                        <a:t>Leaf/External Node</a:t>
                      </a:r>
                      <a:endParaRPr lang="en-IN" sz="2000" dirty="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node with no children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2654335"/>
                  </a:ext>
                </a:extLst>
              </a:tr>
              <a:tr h="533951">
                <a:tc>
                  <a:txBody>
                    <a:bodyPr/>
                    <a:lstStyle/>
                    <a:p>
                      <a:r>
                        <a:rPr lang="en-IN" sz="2000" b="1"/>
                        <a:t>Internal Node</a:t>
                      </a:r>
                      <a:endParaRPr lang="en-IN" sz="20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least one child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101775560"/>
                  </a:ext>
                </a:extLst>
              </a:tr>
              <a:tr h="533951">
                <a:tc>
                  <a:txBody>
                    <a:bodyPr/>
                    <a:lstStyle/>
                    <a:p>
                      <a:r>
                        <a:rPr lang="en-IN" sz="2000" b="1"/>
                        <a:t>Subtree</a:t>
                      </a:r>
                      <a:endParaRPr lang="en-IN" sz="20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tree formed from a node and its descendants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803237669"/>
                  </a:ext>
                </a:extLst>
              </a:tr>
              <a:tr h="533951">
                <a:tc>
                  <a:txBody>
                    <a:bodyPr/>
                    <a:lstStyle/>
                    <a:p>
                      <a:r>
                        <a:rPr lang="en-IN" sz="2000" b="1"/>
                        <a:t>Degree</a:t>
                      </a:r>
                      <a:endParaRPr lang="en-IN" sz="20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No. of children a node has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166054419"/>
                  </a:ext>
                </a:extLst>
              </a:tr>
              <a:tr h="533951">
                <a:tc>
                  <a:txBody>
                    <a:bodyPr/>
                    <a:lstStyle/>
                    <a:p>
                      <a:r>
                        <a:rPr lang="en-IN" sz="2000" b="1"/>
                        <a:t>Depth</a:t>
                      </a:r>
                      <a:endParaRPr lang="en-IN" sz="20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Length of the path from </a:t>
                      </a:r>
                    </a:p>
                    <a:p>
                      <a:r>
                        <a:rPr lang="en-US" sz="2000" dirty="0"/>
                        <a:t>root to the node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10095741"/>
                  </a:ext>
                </a:extLst>
              </a:tr>
              <a:tr h="533951">
                <a:tc>
                  <a:txBody>
                    <a:bodyPr/>
                    <a:lstStyle/>
                    <a:p>
                      <a:r>
                        <a:rPr lang="en-IN" sz="2000" b="1" dirty="0"/>
                        <a:t>Height of a Node</a:t>
                      </a:r>
                      <a:endParaRPr lang="en-IN" sz="2000" dirty="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Longest path from the node to a leaf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553744754"/>
                  </a:ext>
                </a:extLst>
              </a:tr>
              <a:tr h="922745">
                <a:tc>
                  <a:txBody>
                    <a:bodyPr/>
                    <a:lstStyle/>
                    <a:p>
                      <a:r>
                        <a:rPr lang="en-IN" sz="2000" b="1"/>
                        <a:t>Height of a Tree</a:t>
                      </a:r>
                      <a:endParaRPr lang="en-IN" sz="20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Height of the root node 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36661213"/>
                  </a:ext>
                </a:extLst>
              </a:tr>
              <a:tr h="533951">
                <a:tc>
                  <a:txBody>
                    <a:bodyPr/>
                    <a:lstStyle/>
                    <a:p>
                      <a:r>
                        <a:rPr lang="en-IN" sz="2000" b="1"/>
                        <a:t>Level</a:t>
                      </a:r>
                      <a:endParaRPr lang="en-IN" sz="20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Distance from the root (root is at level 0)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637492705"/>
                  </a:ext>
                </a:extLst>
              </a:tr>
              <a:tr h="533951">
                <a:tc>
                  <a:txBody>
                    <a:bodyPr/>
                    <a:lstStyle/>
                    <a:p>
                      <a:r>
                        <a:rPr lang="en-IN" sz="2000" b="1" dirty="0"/>
                        <a:t>Size</a:t>
                      </a:r>
                      <a:endParaRPr lang="en-IN" sz="2000" dirty="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Total number of nodes in the tree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06691426"/>
                  </a:ext>
                </a:extLst>
              </a:tr>
            </a:tbl>
          </a:graphicData>
        </a:graphic>
      </p:graphicFrame>
      <p:pic>
        <p:nvPicPr>
          <p:cNvPr id="28" name="Picture 27">
            <a:extLst>
              <a:ext uri="{FF2B5EF4-FFF2-40B4-BE49-F238E27FC236}">
                <a16:creationId xmlns:a16="http://schemas.microsoft.com/office/drawing/2014/main" xmlns="" id="{BAA285C0-6ADA-2ECB-C523-B13D1D6E8C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45" t="9144" r="4709" b="24177"/>
          <a:stretch/>
        </p:blipFill>
        <p:spPr>
          <a:xfrm>
            <a:off x="5164393" y="365125"/>
            <a:ext cx="7197214" cy="4668990"/>
          </a:xfrm>
          <a:prstGeom prst="rect">
            <a:avLst/>
          </a:prstGeom>
        </p:spPr>
      </p:pic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xmlns="" id="{B9720EBE-1D27-22A6-B9C0-B2ECBBBD5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29374902"/>
              </p:ext>
            </p:extLst>
          </p:nvPr>
        </p:nvGraphicFramePr>
        <p:xfrm>
          <a:off x="6019802" y="5325909"/>
          <a:ext cx="6341805" cy="1349092"/>
        </p:xfrm>
        <a:graphic>
          <a:graphicData uri="http://schemas.openxmlformats.org/drawingml/2006/table">
            <a:tbl>
              <a:tblPr/>
              <a:tblGrid>
                <a:gridCol w="2163095">
                  <a:extLst>
                    <a:ext uri="{9D8B030D-6E8A-4147-A177-3AD203B41FA5}">
                      <a16:colId xmlns:a16="http://schemas.microsoft.com/office/drawing/2014/main" xmlns="" val="516976852"/>
                    </a:ext>
                  </a:extLst>
                </a:gridCol>
                <a:gridCol w="4178710">
                  <a:extLst>
                    <a:ext uri="{9D8B030D-6E8A-4147-A177-3AD203B41FA5}">
                      <a16:colId xmlns:a16="http://schemas.microsoft.com/office/drawing/2014/main" xmlns="" val="270144473"/>
                    </a:ext>
                  </a:extLst>
                </a:gridCol>
              </a:tblGrid>
              <a:tr h="533951">
                <a:tc>
                  <a:txBody>
                    <a:bodyPr/>
                    <a:lstStyle/>
                    <a:p>
                      <a:r>
                        <a:rPr lang="en-IN" sz="2000" b="1"/>
                        <a:t>Ancestor</a:t>
                      </a:r>
                      <a:endParaRPr lang="en-IN" sz="20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Any node on the path from root to the node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482571138"/>
                  </a:ext>
                </a:extLst>
              </a:tr>
              <a:tr h="533951">
                <a:tc>
                  <a:txBody>
                    <a:bodyPr/>
                    <a:lstStyle/>
                    <a:p>
                      <a:r>
                        <a:rPr lang="en-IN" sz="2000" b="1"/>
                        <a:t>Descendant</a:t>
                      </a:r>
                      <a:endParaRPr lang="en-IN" sz="2000"/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node that lies in the subtree of another node</a:t>
                      </a:r>
                    </a:p>
                  </a:txBody>
                  <a:tcPr marL="64945" marR="64945" marT="32473" marB="32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89246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239286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0A8BC77C-C070-E711-DF58-2FB71396C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Binary Trees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B1DD9382-9D10-1364-0267-09D483D335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2619" y="1718255"/>
            <a:ext cx="777731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Properties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Types of Binary Trees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Representation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45655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Binary tree - Wikipedia">
            <a:extLst>
              <a:ext uri="{FF2B5EF4-FFF2-40B4-BE49-F238E27FC236}">
                <a16:creationId xmlns:a16="http://schemas.microsoft.com/office/drawing/2014/main" xmlns="" id="{44ADFD12-005E-B854-185B-680D3BF80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98285" y="2673615"/>
            <a:ext cx="3742096" cy="3982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22FCAC-06DE-9A59-2E1D-0F69BBB0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Defination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1576F8-8B60-8D41-62A7-4ED5958DB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What is a Binary Tree?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Binary Tree</a:t>
            </a:r>
            <a:r>
              <a:rPr lang="en-US" dirty="0"/>
              <a:t> is a special type of tree data structure in which each node has at most </a:t>
            </a:r>
            <a:r>
              <a:rPr lang="en-US" b="1" dirty="0"/>
              <a:t>two children</a:t>
            </a:r>
            <a:r>
              <a:rPr lang="en-US" dirty="0"/>
              <a:t>, usually referred to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Left child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Right child</a:t>
            </a:r>
          </a:p>
          <a:p>
            <a:pPr>
              <a:buNone/>
            </a:pPr>
            <a:r>
              <a:rPr lang="en-US" dirty="0"/>
              <a:t>Each node can have: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0 children → Leaf 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 child → Single child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2 children → Internal node with both children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01479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BF4936-D901-10FB-0236-52837CDD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81" y="0"/>
            <a:ext cx="10515600" cy="1325563"/>
          </a:xfrm>
        </p:spPr>
        <p:txBody>
          <a:bodyPr/>
          <a:lstStyle/>
          <a:p>
            <a:pPr algn="l">
              <a:lnSpc>
                <a:spcPts val="2700"/>
              </a:lnSpc>
              <a:spcAft>
                <a:spcPts val="900"/>
              </a:spcAft>
              <a:buNone/>
            </a:pPr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Full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729223-F13E-C339-EB10-2A996250F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4B02942-2A34-9C20-0DEC-06E253C55AFB}"/>
              </a:ext>
            </a:extLst>
          </p:cNvPr>
          <p:cNvSpPr txBox="1"/>
          <p:nvPr/>
        </p:nvSpPr>
        <p:spPr>
          <a:xfrm>
            <a:off x="838200" y="963561"/>
            <a:ext cx="4336026" cy="5901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b="0" i="0" dirty="0">
                <a:effectLst/>
                <a:latin typeface="euclid_circular_a"/>
              </a:rPr>
              <a:t>A full Binary tree is a special type of binary tree in which every parent node/internal node has either two or no children.</a:t>
            </a:r>
          </a:p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b="0" i="0" dirty="0">
                <a:effectLst/>
                <a:latin typeface="euclid_circular_a"/>
              </a:rPr>
              <a:t>Let, in = the number of internal nodes</a:t>
            </a:r>
          </a:p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b="0" i="0" dirty="0">
                <a:effectLst/>
                <a:latin typeface="euclid_circular_a"/>
              </a:rPr>
              <a:t>       n = be the total number of nodes</a:t>
            </a:r>
          </a:p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b="0" i="0" dirty="0">
                <a:effectLst/>
                <a:latin typeface="euclid_circular_a"/>
              </a:rPr>
              <a:t>       l = number of leaves</a:t>
            </a:r>
          </a:p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b="0" i="0" dirty="0">
                <a:effectLst/>
                <a:latin typeface="euclid_circular_a"/>
              </a:rPr>
              <a:t>      λ = number of levels </a:t>
            </a:r>
          </a:p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b="0" i="0" dirty="0">
                <a:effectLst/>
                <a:latin typeface="euclid_circular_a"/>
              </a:rPr>
              <a:t>The number of leaves is in + 1.</a:t>
            </a:r>
          </a:p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b="0" i="0" dirty="0">
                <a:effectLst/>
                <a:latin typeface="euclid_circular_a"/>
              </a:rPr>
              <a:t>The total number of nodes is 2in + 1.</a:t>
            </a:r>
          </a:p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b="0" i="0" dirty="0">
                <a:effectLst/>
                <a:latin typeface="euclid_circular_a"/>
              </a:rPr>
              <a:t>The number of internal nodes is (n – 1) / 2.</a:t>
            </a:r>
          </a:p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b="0" i="0" dirty="0">
                <a:effectLst/>
                <a:latin typeface="euclid_circular_a"/>
              </a:rPr>
              <a:t>The number of leaves is (n + 1) / 2.</a:t>
            </a:r>
          </a:p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b="0" i="0" dirty="0">
                <a:effectLst/>
                <a:latin typeface="euclid_circular_a"/>
              </a:rPr>
              <a:t>The total number of nodes is 2l – 1.</a:t>
            </a:r>
          </a:p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b="0" i="0" dirty="0">
                <a:effectLst/>
                <a:latin typeface="euclid_circular_a"/>
              </a:rPr>
              <a:t>The number of internal nodes is l – 1</a:t>
            </a:r>
          </a:p>
          <a:p>
            <a:pPr algn="l">
              <a:lnSpc>
                <a:spcPts val="2250"/>
              </a:lnSpc>
              <a:spcAft>
                <a:spcPts val="1200"/>
              </a:spcAft>
            </a:pPr>
            <a:endParaRPr lang="en-US" b="0" i="0" dirty="0">
              <a:effectLst/>
              <a:latin typeface="euclid_circular_a"/>
            </a:endParaRPr>
          </a:p>
        </p:txBody>
      </p:sp>
      <p:pic>
        <p:nvPicPr>
          <p:cNvPr id="1026" name="Picture 2" descr="Full binary tree">
            <a:extLst>
              <a:ext uri="{FF2B5EF4-FFF2-40B4-BE49-F238E27FC236}">
                <a16:creationId xmlns:a16="http://schemas.microsoft.com/office/drawing/2014/main" xmlns="" id="{B78395F5-6BA5-4506-9023-D8C5842DB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818670" y="1158875"/>
            <a:ext cx="39624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xmlns="" id="{FABD1BA8-B44D-F1FB-C339-8CCF73363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9"/>
            <a:ext cx="25705" cy="553998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696" tIns="0" rIns="12696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96636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241987-587A-A6AA-30D1-53AE9949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5265E"/>
                </a:solidFill>
                <a:effectLst/>
                <a:latin typeface="euclid_circular_a"/>
              </a:rPr>
              <a:t>Perfect Binary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BA9046-6B08-169E-B8B1-AD40AD414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" y="1402838"/>
            <a:ext cx="5749414" cy="1477328"/>
          </a:xfrm>
        </p:spPr>
        <p:txBody>
          <a:bodyPr>
            <a:normAutofit/>
          </a:bodyPr>
          <a:lstStyle/>
          <a:p>
            <a:pPr algn="l">
              <a:lnSpc>
                <a:spcPts val="2250"/>
              </a:lnSpc>
              <a:spcAft>
                <a:spcPts val="1200"/>
              </a:spcAft>
            </a:pPr>
            <a:r>
              <a:rPr lang="en-US" sz="1600" b="0" i="0" dirty="0">
                <a:effectLst/>
                <a:latin typeface="euclid_circular_a"/>
              </a:rPr>
              <a:t>A perfect binary tree is a type of binary tree in which every internal node has exactly two child nodes and all the leaf nodes are at the same level</a:t>
            </a:r>
            <a:endParaRPr lang="en-IN" dirty="0"/>
          </a:p>
        </p:txBody>
      </p:sp>
      <p:pic>
        <p:nvPicPr>
          <p:cNvPr id="2052" name="Picture 4" descr="Perfect binary tree">
            <a:extLst>
              <a:ext uri="{FF2B5EF4-FFF2-40B4-BE49-F238E27FC236}">
                <a16:creationId xmlns:a16="http://schemas.microsoft.com/office/drawing/2014/main" xmlns="" id="{49A157C3-F39A-2D7C-572A-1487AD0F6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74658" y="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94D18A4-FD60-D63D-49A5-07850C0783F5}"/>
              </a:ext>
            </a:extLst>
          </p:cNvPr>
          <p:cNvSpPr txBox="1"/>
          <p:nvPr/>
        </p:nvSpPr>
        <p:spPr>
          <a:xfrm>
            <a:off x="6096000" y="465924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Recursively, a perfect binary tree can be defined as:</a:t>
            </a:r>
          </a:p>
          <a:p>
            <a:r>
              <a:rPr lang="en-IN" dirty="0"/>
              <a:t>If a single node has no children, it is a perfect binary tree of height h = 0,</a:t>
            </a:r>
          </a:p>
          <a:p>
            <a:r>
              <a:rPr lang="en-IN" dirty="0"/>
              <a:t>If a node has h &gt; 0, it is a perfect binary tree if both of its subtrees are of height h - 1 and are non-overlapping.</a:t>
            </a:r>
          </a:p>
        </p:txBody>
      </p:sp>
      <p:pic>
        <p:nvPicPr>
          <p:cNvPr id="2056" name="Picture 8" descr="Perfect Binary Tree (Recursive Representation)">
            <a:extLst>
              <a:ext uri="{FF2B5EF4-FFF2-40B4-BE49-F238E27FC236}">
                <a16:creationId xmlns:a16="http://schemas.microsoft.com/office/drawing/2014/main" xmlns="" id="{937A9A37-81B7-62F7-A739-182FA6860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077" y="4065481"/>
            <a:ext cx="5498125" cy="266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718205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61D063-FA0B-8F64-8C33-10144F64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Complete Binary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09F25C-8EB7-AB89-89B9-CF7762B3B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39" y="1383173"/>
            <a:ext cx="5611761" cy="26775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 complete binary tree is just like a full binary tree, but with two major differences</a:t>
            </a:r>
          </a:p>
          <a:p>
            <a:r>
              <a:rPr lang="en-US" dirty="0"/>
              <a:t>Every level must be completely filled</a:t>
            </a:r>
          </a:p>
          <a:p>
            <a:r>
              <a:rPr lang="en-US" dirty="0"/>
              <a:t>All the leaf elements must lean towards the left.</a:t>
            </a:r>
          </a:p>
          <a:p>
            <a:r>
              <a:rPr lang="en-US" dirty="0"/>
              <a:t>The last leaf element might not have a right sibling i.e. a complete binary tree doesn't have to be a full binary tree.</a:t>
            </a:r>
            <a:endParaRPr lang="en-IN" dirty="0"/>
          </a:p>
        </p:txBody>
      </p:sp>
      <p:pic>
        <p:nvPicPr>
          <p:cNvPr id="3074" name="Picture 2" descr="Complete Binary Tree">
            <a:extLst>
              <a:ext uri="{FF2B5EF4-FFF2-40B4-BE49-F238E27FC236}">
                <a16:creationId xmlns:a16="http://schemas.microsoft.com/office/drawing/2014/main" xmlns="" id="{012D3094-40D9-6472-B25F-20098C52A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88842" y="1017639"/>
            <a:ext cx="4343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765268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4C1E22-B8BE-7663-A31D-2A20362C3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Degenerate or Pathological Tree</a:t>
            </a:r>
            <a:b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3C45F1-85CB-9675-6E49-1ADE2D2B3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1062"/>
            <a:ext cx="11147323" cy="409626"/>
          </a:xfrm>
        </p:spPr>
        <p:txBody>
          <a:bodyPr>
            <a:normAutofit fontScale="77500" lnSpcReduction="20000"/>
          </a:bodyPr>
          <a:lstStyle/>
          <a:p>
            <a:r>
              <a:rPr lang="en-US" b="0" i="0" dirty="0">
                <a:effectLst/>
                <a:latin typeface="euclid_circular_a"/>
              </a:rPr>
              <a:t>A degenerate or pathological tree is the tree having a single child either left or right.</a:t>
            </a:r>
            <a:endParaRPr lang="en-IN" dirty="0"/>
          </a:p>
        </p:txBody>
      </p:sp>
      <p:pic>
        <p:nvPicPr>
          <p:cNvPr id="4098" name="Picture 2" descr="Degenerate Binary Tree">
            <a:extLst>
              <a:ext uri="{FF2B5EF4-FFF2-40B4-BE49-F238E27FC236}">
                <a16:creationId xmlns:a16="http://schemas.microsoft.com/office/drawing/2014/main" xmlns="" id="{4450A617-4030-3908-CA99-32E85FE79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70234" y="1690688"/>
            <a:ext cx="2519024" cy="419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77494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59C2C7-49ED-CC27-0AC3-3F1869417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Skewed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3D7C239-421B-9663-B9BA-78B6EA043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980174" cy="1325564"/>
          </a:xfrm>
        </p:spPr>
        <p:txBody>
          <a:bodyPr>
            <a:normAutofit fontScale="55000" lnSpcReduction="20000"/>
          </a:bodyPr>
          <a:lstStyle/>
          <a:p>
            <a:pPr algn="l">
              <a:lnSpc>
                <a:spcPts val="2250"/>
              </a:lnSpc>
              <a:spcAft>
                <a:spcPts val="1200"/>
              </a:spcAft>
              <a:buNone/>
            </a:pPr>
            <a:r>
              <a:rPr lang="en-US" b="0" i="0" dirty="0">
                <a:effectLst/>
                <a:latin typeface="euclid_circular_a"/>
              </a:rPr>
              <a:t>A skewed binary tree is a pathological/degenerate tree in which the tree is either dominated by the left nodes or the right nodes. Thus, there are two types of skewed binary tree: </a:t>
            </a:r>
            <a:r>
              <a:rPr lang="en-US" b="1" i="0" dirty="0">
                <a:effectLst/>
                <a:latin typeface="euclid_circular_a"/>
              </a:rPr>
              <a:t>left-skewed binary tree</a:t>
            </a:r>
            <a:r>
              <a:rPr lang="en-US" b="0" i="0" dirty="0">
                <a:effectLst/>
                <a:latin typeface="euclid_circular_a"/>
              </a:rPr>
              <a:t> and </a:t>
            </a:r>
            <a:r>
              <a:rPr lang="en-US" b="1" i="0" dirty="0">
                <a:effectLst/>
                <a:latin typeface="euclid_circular_a"/>
              </a:rPr>
              <a:t>right-skewed binary tree</a:t>
            </a:r>
            <a:r>
              <a:rPr lang="en-US" b="0" i="0" dirty="0">
                <a:effectLst/>
                <a:latin typeface="euclid_circular_a"/>
              </a:rPr>
              <a:t>.</a:t>
            </a:r>
          </a:p>
          <a:p>
            <a:pPr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5122" name="Picture 2" descr="Skewed Binary Tree">
            <a:extLst>
              <a:ext uri="{FF2B5EF4-FFF2-40B4-BE49-F238E27FC236}">
                <a16:creationId xmlns:a16="http://schemas.microsoft.com/office/drawing/2014/main" xmlns="" id="{9FBFAC1A-E1C1-CEC9-9CE3-C7AD5E768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40858" y="2488408"/>
            <a:ext cx="6248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28578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1E7288-BDF0-2B32-E6AD-21FB3A8C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  <a:t>Balanced Binary Tree</a:t>
            </a:r>
            <a:br>
              <a:rPr lang="en-IN" b="1" i="0" dirty="0">
                <a:solidFill>
                  <a:srgbClr val="25265E"/>
                </a:solidFill>
                <a:effectLst/>
                <a:latin typeface="euclid_circular_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37F17D-B628-01F8-222D-F0795D406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4455" y="1314347"/>
            <a:ext cx="10223090" cy="937240"/>
          </a:xfrm>
        </p:spPr>
        <p:txBody>
          <a:bodyPr>
            <a:normAutofit fontScale="47500" lnSpcReduction="20000"/>
          </a:bodyPr>
          <a:lstStyle/>
          <a:p>
            <a:r>
              <a:rPr lang="en-US" b="0" i="0" dirty="0">
                <a:effectLst/>
                <a:latin typeface="euclid_circular_a"/>
              </a:rPr>
              <a:t>It is a type of binary tree in which the difference between the height of the left and the right subtree for each node is either 0 or 1.</a:t>
            </a:r>
          </a:p>
          <a:p>
            <a:r>
              <a:rPr lang="en-US" dirty="0"/>
              <a:t>They maintain their structure in such a way that </a:t>
            </a:r>
            <a:r>
              <a:rPr lang="en-US" b="1" dirty="0"/>
              <a:t>operations like search, insert, and delete remain efficient</a:t>
            </a:r>
            <a:r>
              <a:rPr lang="en-US" dirty="0"/>
              <a:t>, typically </a:t>
            </a:r>
            <a:r>
              <a:rPr lang="en-US" b="1" dirty="0"/>
              <a:t>O(log n)</a:t>
            </a:r>
            <a:r>
              <a:rPr lang="en-US" dirty="0"/>
              <a:t> in time complexity.</a:t>
            </a:r>
          </a:p>
          <a:p>
            <a:r>
              <a:rPr lang="en-US" dirty="0"/>
              <a:t>When data is frequently inserted/deleted, balanced trees reorganize themselves to remain efficient.</a:t>
            </a:r>
            <a:endParaRPr lang="en-IN" dirty="0"/>
          </a:p>
        </p:txBody>
      </p:sp>
      <p:pic>
        <p:nvPicPr>
          <p:cNvPr id="6146" name="Picture 2" descr="Balanced Binary Tree">
            <a:extLst>
              <a:ext uri="{FF2B5EF4-FFF2-40B4-BE49-F238E27FC236}">
                <a16:creationId xmlns:a16="http://schemas.microsoft.com/office/drawing/2014/main" xmlns="" id="{CBC86A2B-BEEA-127A-E763-83DF18E65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31506" y="1938799"/>
            <a:ext cx="56769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Unbalanced Binary Tree Example">
            <a:extLst>
              <a:ext uri="{FF2B5EF4-FFF2-40B4-BE49-F238E27FC236}">
                <a16:creationId xmlns:a16="http://schemas.microsoft.com/office/drawing/2014/main" xmlns="" id="{39F468A7-B8B9-B568-0DB4-6C65D3DEE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91649" y="1938799"/>
            <a:ext cx="5908573" cy="514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32933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D925E5-6012-5DDB-742A-3A20F3723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a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FAC465-0E25-2D9A-2EDA-75236F2740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</a:t>
            </a:r>
            <a:r>
              <a:rPr lang="en-US" dirty="0"/>
              <a:t> = number of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</a:t>
            </a:r>
            <a:r>
              <a:rPr lang="en-US" dirty="0"/>
              <a:t> = number of edges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</a:t>
            </a:r>
            <a:r>
              <a:rPr lang="en-US" dirty="0"/>
              <a:t> = height of the tree (root at level 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</a:t>
            </a:r>
            <a:r>
              <a:rPr lang="en-US" dirty="0"/>
              <a:t> = number of leaf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</a:t>
            </a:r>
            <a:r>
              <a:rPr lang="en-US" dirty="0"/>
              <a:t> = number of internal (non-leaf) nodes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</a:t>
            </a:r>
            <a:r>
              <a:rPr lang="en-US" dirty="0"/>
              <a:t> = level index (starting from 0)</a:t>
            </a:r>
          </a:p>
          <a:p>
            <a:pPr>
              <a:buNone/>
            </a:pPr>
            <a:r>
              <a:rPr lang="en-US" b="1" dirty="0"/>
              <a:t>1. Total number of edges = N - 1</a:t>
            </a:r>
          </a:p>
          <a:p>
            <a:pPr>
              <a:buNone/>
            </a:pPr>
            <a:r>
              <a:rPr lang="en-US" dirty="0"/>
              <a:t>(A tree with N nodes always has N - 1 edges)</a:t>
            </a:r>
          </a:p>
          <a:p>
            <a:pPr>
              <a:buNone/>
            </a:pPr>
            <a:r>
              <a:rPr lang="en-US" b="1" dirty="0"/>
              <a:t>2. Maximum nodes at level k = 2^k</a:t>
            </a:r>
          </a:p>
          <a:p>
            <a:pPr>
              <a:buNone/>
            </a:pPr>
            <a:r>
              <a:rPr lang="en-US" b="1" dirty="0"/>
              <a:t>3. Maximum number of nodes in a binary tree of height H = 2^(H+1) – 1</a:t>
            </a:r>
          </a:p>
          <a:p>
            <a:pPr>
              <a:buNone/>
            </a:pPr>
            <a:r>
              <a:rPr lang="en-US" b="1" dirty="0"/>
              <a:t>Height = Number of edges on the longest path from root to any </a:t>
            </a:r>
            <a:r>
              <a:rPr lang="en-US" b="1" dirty="0" err="1"/>
              <a:t>leaf.So</a:t>
            </a:r>
            <a:r>
              <a:rPr lang="en-US" b="1" dirty="0"/>
              <a:t>:</a:t>
            </a:r>
          </a:p>
          <a:p>
            <a:pPr>
              <a:buNone/>
            </a:pPr>
            <a:r>
              <a:rPr lang="en-US" b="1" dirty="0"/>
              <a:t>A tree with just the root node → height = 0</a:t>
            </a:r>
          </a:p>
          <a:p>
            <a:pPr>
              <a:buNone/>
            </a:pPr>
            <a:r>
              <a:rPr lang="en-US" b="1" dirty="0"/>
              <a:t>A skewed tree with 4 nodes in a chain → height = 3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5CF5168-1878-9AEB-C345-C1DFDB068E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/>
              <a:t>4. Minimum possible height of a binary tree with N nodes = ⌊log₂(N)⌋</a:t>
            </a:r>
          </a:p>
          <a:p>
            <a:pPr>
              <a:buNone/>
            </a:pPr>
            <a:r>
              <a:rPr lang="en-US" dirty="0"/>
              <a:t>(Occurs in complete or perfect binary tree)</a:t>
            </a:r>
          </a:p>
          <a:p>
            <a:pPr>
              <a:buNone/>
            </a:pPr>
            <a:r>
              <a:rPr lang="en-US" b="1" dirty="0"/>
              <a:t>5. Maximum possible height = N - 1</a:t>
            </a:r>
          </a:p>
          <a:p>
            <a:pPr>
              <a:buNone/>
            </a:pPr>
            <a:r>
              <a:rPr lang="en-US" dirty="0"/>
              <a:t>(Occurs in skewed binary tree)</a:t>
            </a:r>
          </a:p>
          <a:p>
            <a:pPr>
              <a:buNone/>
            </a:pPr>
            <a:r>
              <a:rPr lang="en-US" b="1" dirty="0"/>
              <a:t>6. In a binary tree with L leaves, total nodes N = 2L - 1 (only in full binary trees)</a:t>
            </a:r>
          </a:p>
          <a:p>
            <a:pPr>
              <a:buNone/>
            </a:pPr>
            <a:r>
              <a:rPr lang="en-US" b="1" dirty="0"/>
              <a:t>7. </a:t>
            </a:r>
            <a:r>
              <a:rPr lang="en-US" b="1" dirty="0" err="1"/>
              <a:t>Inorder</a:t>
            </a:r>
            <a:r>
              <a:rPr lang="en-US" b="1" dirty="0"/>
              <a:t> traversal of a binary search tree always gives a sorted sequence.</a:t>
            </a:r>
          </a:p>
        </p:txBody>
      </p:sp>
    </p:spTree>
    <p:extLst>
      <p:ext uri="{BB962C8B-B14F-4D97-AF65-F5344CB8AC3E}">
        <p14:creationId xmlns:p14="http://schemas.microsoft.com/office/powerpoint/2010/main" xmlns="" val="115401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60FB67-A982-294E-E9C3-E413927E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Construction of a binary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A8D1CB8-9806-040C-86B2-248CC1BD471B}"/>
              </a:ext>
            </a:extLst>
          </p:cNvPr>
          <p:cNvSpPr txBox="1"/>
          <p:nvPr/>
        </p:nvSpPr>
        <p:spPr>
          <a:xfrm>
            <a:off x="570271" y="1748454"/>
            <a:ext cx="6626942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  <a:spcAft>
                <a:spcPts val="1200"/>
              </a:spcAft>
              <a:buNone/>
            </a:pPr>
            <a:r>
              <a:rPr lang="en-US" dirty="0">
                <a:effectLst/>
              </a:rPr>
              <a:t>A node of a binary tree is represented by a structure containing a data part and two pointers to other structures of the same type.</a:t>
            </a:r>
          </a:p>
          <a:p>
            <a:pPr marL="342900" indent="-342900">
              <a:lnSpc>
                <a:spcPts val="2250"/>
              </a:lnSpc>
              <a:spcAft>
                <a:spcPts val="1200"/>
              </a:spcAft>
              <a:buAutoNum type="arabicPeriod"/>
            </a:pPr>
            <a:r>
              <a:rPr lang="en-US" dirty="0"/>
              <a:t>Create a full binary tree with 3 levels</a:t>
            </a:r>
          </a:p>
          <a:p>
            <a:pPr marL="342900" indent="-342900">
              <a:lnSpc>
                <a:spcPts val="2250"/>
              </a:lnSpc>
              <a:spcAft>
                <a:spcPts val="1200"/>
              </a:spcAft>
              <a:buAutoNum type="arabicPeriod"/>
            </a:pPr>
            <a:r>
              <a:rPr lang="en-US" dirty="0">
                <a:effectLst/>
              </a:rPr>
              <a:t>Create a complete binary tree with 3 levels </a:t>
            </a:r>
          </a:p>
          <a:p>
            <a:pPr marL="342900" indent="-342900">
              <a:lnSpc>
                <a:spcPts val="2250"/>
              </a:lnSpc>
              <a:spcAft>
                <a:spcPts val="1200"/>
              </a:spcAft>
              <a:buAutoNum type="arabicPeriod"/>
            </a:pPr>
            <a:r>
              <a:rPr lang="en-US" dirty="0"/>
              <a:t>Create a skewed tree</a:t>
            </a:r>
          </a:p>
          <a:p>
            <a:pPr marL="342900" indent="-342900">
              <a:lnSpc>
                <a:spcPts val="2250"/>
              </a:lnSpc>
              <a:spcAft>
                <a:spcPts val="1200"/>
              </a:spcAft>
              <a:buAutoNum type="arabicPeriod"/>
            </a:pPr>
            <a:r>
              <a:rPr lang="en-US" dirty="0">
                <a:effectLst/>
              </a:rPr>
              <a:t>Create a bala</a:t>
            </a:r>
            <a:r>
              <a:rPr lang="en-US" dirty="0"/>
              <a:t>nced tree with 2 levels</a:t>
            </a:r>
            <a:endParaRPr lang="en-US" dirty="0">
              <a:effectLst/>
            </a:endParaRPr>
          </a:p>
          <a:p>
            <a:pPr>
              <a:buNone/>
            </a:pPr>
            <a:endParaRPr lang="en-IN" dirty="0"/>
          </a:p>
        </p:txBody>
      </p:sp>
      <p:pic>
        <p:nvPicPr>
          <p:cNvPr id="8194" name="Picture 2" descr="Binary tree">
            <a:extLst>
              <a:ext uri="{FF2B5EF4-FFF2-40B4-BE49-F238E27FC236}">
                <a16:creationId xmlns:a16="http://schemas.microsoft.com/office/drawing/2014/main" xmlns="" id="{E04E67D1-A1BE-6831-8C22-5D086A989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515100" y="2130425"/>
            <a:ext cx="5676900" cy="436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006389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949</Words>
  <Application>Microsoft Office PowerPoint</Application>
  <PresentationFormat>Custom</PresentationFormat>
  <Paragraphs>132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Trees </vt:lpstr>
      <vt:lpstr>Slide 2</vt:lpstr>
      <vt:lpstr>Non Linear Data Structure</vt:lpstr>
      <vt:lpstr>Real Time Examples</vt:lpstr>
      <vt:lpstr>Trees</vt:lpstr>
      <vt:lpstr>Slide 6</vt:lpstr>
      <vt:lpstr>Binary Trees</vt:lpstr>
      <vt:lpstr>Defination</vt:lpstr>
      <vt:lpstr>Full Binary Tree</vt:lpstr>
      <vt:lpstr>Perfect Binary Tree</vt:lpstr>
      <vt:lpstr>Complete Binary Tree</vt:lpstr>
      <vt:lpstr>Degenerate or Pathological Tree </vt:lpstr>
      <vt:lpstr>Skewed Tree</vt:lpstr>
      <vt:lpstr>Balanced Binary Tree </vt:lpstr>
      <vt:lpstr>Properties of a binary tree</vt:lpstr>
      <vt:lpstr>Construction of a binary tree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 </dc:title>
  <dc:creator>deepa ganu</dc:creator>
  <cp:lastModifiedBy>A2Z</cp:lastModifiedBy>
  <cp:revision>3</cp:revision>
  <dcterms:created xsi:type="dcterms:W3CDTF">2025-04-08T02:42:25Z</dcterms:created>
  <dcterms:modified xsi:type="dcterms:W3CDTF">2026-04-09T04:31:12Z</dcterms:modified>
</cp:coreProperties>
</file>